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9"/>
  </p:notesMasterIdLst>
  <p:sldIdLst>
    <p:sldId id="256" r:id="rId2"/>
    <p:sldId id="301" r:id="rId3"/>
    <p:sldId id="302" r:id="rId4"/>
    <p:sldId id="303"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Lst>
  <p:sldSz cx="9144000" cy="6858000" type="screen4x3"/>
  <p:notesSz cx="7099300" cy="102346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gPYJmfsLFzJavEJ8s8h+ys58m0c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1440"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6575" cy="511175"/>
          </a:xfrm>
          <a:prstGeom prst="rect">
            <a:avLst/>
          </a:prstGeom>
          <a:noFill/>
          <a:ln>
            <a:noFill/>
          </a:ln>
        </p:spPr>
        <p:txBody>
          <a:bodyPr spcFirstLastPara="1" wrap="square" lIns="99025" tIns="49500" rIns="99025" bIns="495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1pPr>
            <a:lvl2pPr marR="0" lvl="1"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2pPr>
            <a:lvl3pPr marR="0" lvl="2"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3pPr>
            <a:lvl4pPr marR="0" lvl="3"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4pPr>
            <a:lvl5pPr marR="0" lvl="4"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5pPr>
            <a:lvl6pPr marR="0" lvl="5"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6pPr>
            <a:lvl7pPr marR="0" lvl="6"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7pPr>
            <a:lvl8pPr marR="0" lvl="7"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8pPr>
            <a:lvl9pPr marR="0" lvl="8"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9pPr>
          </a:lstStyle>
          <a:p>
            <a:endParaRPr/>
          </a:p>
        </p:txBody>
      </p:sp>
      <p:sp>
        <p:nvSpPr>
          <p:cNvPr id="4" name="Google Shape;4;n"/>
          <p:cNvSpPr txBox="1">
            <a:spLocks noGrp="1"/>
          </p:cNvSpPr>
          <p:nvPr>
            <p:ph type="dt" idx="10"/>
          </p:nvPr>
        </p:nvSpPr>
        <p:spPr>
          <a:xfrm>
            <a:off x="4022725" y="0"/>
            <a:ext cx="3076575" cy="511175"/>
          </a:xfrm>
          <a:prstGeom prst="rect">
            <a:avLst/>
          </a:prstGeom>
          <a:noFill/>
          <a:ln>
            <a:noFill/>
          </a:ln>
        </p:spPr>
        <p:txBody>
          <a:bodyPr spcFirstLastPara="1" wrap="square" lIns="99025" tIns="49500" rIns="99025" bIns="495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1pPr>
            <a:lvl2pPr marR="0" lvl="1"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2pPr>
            <a:lvl3pPr marR="0" lvl="2"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3pPr>
            <a:lvl4pPr marR="0" lvl="3"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4pPr>
            <a:lvl5pPr marR="0" lvl="4"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5pPr>
            <a:lvl6pPr marR="0" lvl="5"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6pPr>
            <a:lvl7pPr marR="0" lvl="6"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7pPr>
            <a:lvl8pPr marR="0" lvl="7"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8pPr>
            <a:lvl9pPr marR="0" lvl="8"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9pPr>
          </a:lstStyle>
          <a:p>
            <a:endParaRPr/>
          </a:p>
        </p:txBody>
      </p:sp>
      <p:sp>
        <p:nvSpPr>
          <p:cNvPr id="5" name="Google Shape;5;n"/>
          <p:cNvSpPr>
            <a:spLocks noGrp="1" noRot="1" noChangeAspect="1"/>
          </p:cNvSpPr>
          <p:nvPr>
            <p:ph type="sldImg" idx="3"/>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46150" y="4860925"/>
            <a:ext cx="5207000" cy="4605337"/>
          </a:xfrm>
          <a:prstGeom prst="rect">
            <a:avLst/>
          </a:prstGeom>
          <a:noFill/>
          <a:ln>
            <a:noFill/>
          </a:ln>
        </p:spPr>
        <p:txBody>
          <a:bodyPr spcFirstLastPara="1" wrap="square" lIns="99025" tIns="49500" rIns="99025" bIns="495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9723437"/>
            <a:ext cx="3076575" cy="511175"/>
          </a:xfrm>
          <a:prstGeom prst="rect">
            <a:avLst/>
          </a:prstGeom>
          <a:noFill/>
          <a:ln>
            <a:noFill/>
          </a:ln>
        </p:spPr>
        <p:txBody>
          <a:bodyPr spcFirstLastPara="1" wrap="square" lIns="99025" tIns="49500" rIns="99025" bIns="49500" anchor="b"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1pPr>
            <a:lvl2pPr marR="0" lvl="1"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2pPr>
            <a:lvl3pPr marR="0" lvl="2"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3pPr>
            <a:lvl4pPr marR="0" lvl="3"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4pPr>
            <a:lvl5pPr marR="0" lvl="4"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5pPr>
            <a:lvl6pPr marR="0" lvl="5"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6pPr>
            <a:lvl7pPr marR="0" lvl="6"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7pPr>
            <a:lvl8pPr marR="0" lvl="7"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8pPr>
            <a:lvl9pPr marR="0" lvl="8" algn="l" rtl="0">
              <a:lnSpc>
                <a:spcPct val="100000"/>
              </a:lnSpc>
              <a:spcBef>
                <a:spcPts val="0"/>
              </a:spcBef>
              <a:spcAft>
                <a:spcPts val="0"/>
              </a:spcAft>
              <a:buSzPts val="1400"/>
              <a:buNone/>
              <a:defRPr sz="2400" b="0" i="0" u="none" strike="noStrike" cap="none">
                <a:solidFill>
                  <a:srgbClr val="000000"/>
                </a:solidFill>
                <a:latin typeface="Verdana"/>
                <a:ea typeface="Verdana"/>
                <a:cs typeface="Verdana"/>
                <a:sym typeface="Verdana"/>
              </a:defRPr>
            </a:lvl9pPr>
          </a:lstStyle>
          <a:p>
            <a:endParaRPr/>
          </a:p>
        </p:txBody>
      </p:sp>
      <p:sp>
        <p:nvSpPr>
          <p:cNvPr id="8" name="Google Shape;8;n"/>
          <p:cNvSpPr txBox="1">
            <a:spLocks noGrp="1"/>
          </p:cNvSpPr>
          <p:nvPr>
            <p:ph type="sldNum" idx="12"/>
          </p:nvPr>
        </p:nvSpPr>
        <p:spPr>
          <a:xfrm>
            <a:off x="4022725" y="9723437"/>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notes"/>
          <p:cNvSpPr txBox="1">
            <a:spLocks noGrp="1"/>
          </p:cNvSpPr>
          <p:nvPr>
            <p:ph type="body" idx="1"/>
          </p:nvPr>
        </p:nvSpPr>
        <p:spPr>
          <a:xfrm>
            <a:off x="946150" y="4860925"/>
            <a:ext cx="5207000"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101" name="Google Shape;101;p1: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946150" y="4860925"/>
            <a:ext cx="5207000"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112" name="Google Shape;112;p3: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notes"/>
          <p:cNvSpPr txBox="1">
            <a:spLocks noGrp="1"/>
          </p:cNvSpPr>
          <p:nvPr>
            <p:ph type="body" idx="1"/>
          </p:nvPr>
        </p:nvSpPr>
        <p:spPr>
          <a:xfrm>
            <a:off x="946150" y="4860925"/>
            <a:ext cx="5207000"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119" name="Google Shape;119;p4: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txBox="1">
            <a:spLocks noGrp="1"/>
          </p:cNvSpPr>
          <p:nvPr>
            <p:ph type="body" idx="1"/>
          </p:nvPr>
        </p:nvSpPr>
        <p:spPr>
          <a:xfrm>
            <a:off x="946150" y="4860925"/>
            <a:ext cx="5207000"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124" name="Google Shape;124;p5: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6:notes"/>
          <p:cNvSpPr txBox="1">
            <a:spLocks noGrp="1"/>
          </p:cNvSpPr>
          <p:nvPr>
            <p:ph type="body" idx="1"/>
          </p:nvPr>
        </p:nvSpPr>
        <p:spPr>
          <a:xfrm>
            <a:off x="946150" y="4860925"/>
            <a:ext cx="5207000"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130" name="Google Shape;130;p6: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p:nvPr/>
        </p:nvSpPr>
        <p:spPr>
          <a:xfrm>
            <a:off x="4022725" y="9723437"/>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9</a:t>
            </a:fld>
            <a:endParaRPr/>
          </a:p>
        </p:txBody>
      </p:sp>
      <p:sp>
        <p:nvSpPr>
          <p:cNvPr id="137" name="Google Shape;137;p7: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8" name="Google Shape;138;p7:notes"/>
          <p:cNvSpPr txBox="1">
            <a:spLocks noGrp="1"/>
          </p:cNvSpPr>
          <p:nvPr>
            <p:ph type="body" idx="1"/>
          </p:nvPr>
        </p:nvSpPr>
        <p:spPr>
          <a:xfrm>
            <a:off x="946150" y="4860925"/>
            <a:ext cx="5207000" cy="4605337"/>
          </a:xfrm>
          <a:prstGeom prst="rect">
            <a:avLst/>
          </a:prstGeom>
          <a:noFill/>
          <a:ln>
            <a:noFill/>
          </a:ln>
        </p:spPr>
        <p:txBody>
          <a:bodyPr spcFirstLastPara="1" wrap="square" lIns="99025" tIns="49500" rIns="99025" bIns="495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946150" y="4860925"/>
            <a:ext cx="5207000"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9:notes"/>
          <p:cNvSpPr txBox="1">
            <a:spLocks noGrp="1"/>
          </p:cNvSpPr>
          <p:nvPr>
            <p:ph type="body" idx="1"/>
          </p:nvPr>
        </p:nvSpPr>
        <p:spPr>
          <a:xfrm>
            <a:off x="946150" y="4860925"/>
            <a:ext cx="5207000"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150" name="Google Shape;150;p9: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0:notes"/>
          <p:cNvSpPr txBox="1">
            <a:spLocks noGrp="1"/>
          </p:cNvSpPr>
          <p:nvPr>
            <p:ph type="body" idx="1"/>
          </p:nvPr>
        </p:nvSpPr>
        <p:spPr>
          <a:xfrm>
            <a:off x="946150" y="4860925"/>
            <a:ext cx="5207000"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156" name="Google Shape;156;p10: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1:notes"/>
          <p:cNvSpPr txBox="1">
            <a:spLocks noGrp="1"/>
          </p:cNvSpPr>
          <p:nvPr>
            <p:ph type="body" idx="1"/>
          </p:nvPr>
        </p:nvSpPr>
        <p:spPr>
          <a:xfrm>
            <a:off x="946150" y="4860925"/>
            <a:ext cx="5207000"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162" name="Google Shape;162;p11: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2:notes"/>
          <p:cNvSpPr txBox="1"/>
          <p:nvPr/>
        </p:nvSpPr>
        <p:spPr>
          <a:xfrm>
            <a:off x="4022725" y="9723437"/>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14</a:t>
            </a:fld>
            <a:endParaRPr/>
          </a:p>
        </p:txBody>
      </p:sp>
      <p:sp>
        <p:nvSpPr>
          <p:cNvPr id="168" name="Google Shape;168;p12: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9" name="Google Shape;169;p12:notes"/>
          <p:cNvSpPr txBox="1">
            <a:spLocks noGrp="1"/>
          </p:cNvSpPr>
          <p:nvPr>
            <p:ph type="body" idx="1"/>
          </p:nvPr>
        </p:nvSpPr>
        <p:spPr>
          <a:xfrm>
            <a:off x="946150" y="4860925"/>
            <a:ext cx="5207000" cy="4605337"/>
          </a:xfrm>
          <a:prstGeom prst="rect">
            <a:avLst/>
          </a:prstGeom>
          <a:noFill/>
          <a:ln>
            <a:noFill/>
          </a:ln>
        </p:spPr>
        <p:txBody>
          <a:bodyPr spcFirstLastPara="1" wrap="square" lIns="99025" tIns="49500" rIns="99025" bIns="495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3:notes"/>
          <p:cNvSpPr txBox="1"/>
          <p:nvPr/>
        </p:nvSpPr>
        <p:spPr>
          <a:xfrm>
            <a:off x="4022725" y="9723437"/>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15</a:t>
            </a:fld>
            <a:endParaRPr/>
          </a:p>
        </p:txBody>
      </p:sp>
      <p:sp>
        <p:nvSpPr>
          <p:cNvPr id="175" name="Google Shape;175;p13: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6" name="Google Shape;176;p13:notes"/>
          <p:cNvSpPr txBox="1">
            <a:spLocks noGrp="1"/>
          </p:cNvSpPr>
          <p:nvPr>
            <p:ph type="body" idx="1"/>
          </p:nvPr>
        </p:nvSpPr>
        <p:spPr>
          <a:xfrm>
            <a:off x="946150" y="4860925"/>
            <a:ext cx="5207000" cy="4605337"/>
          </a:xfrm>
          <a:prstGeom prst="rect">
            <a:avLst/>
          </a:prstGeom>
          <a:noFill/>
          <a:ln>
            <a:noFill/>
          </a:ln>
        </p:spPr>
        <p:txBody>
          <a:bodyPr spcFirstLastPara="1" wrap="square" lIns="99025" tIns="49500" rIns="99025" bIns="495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4:notes"/>
          <p:cNvSpPr txBox="1">
            <a:spLocks noGrp="1"/>
          </p:cNvSpPr>
          <p:nvPr>
            <p:ph type="body" idx="1"/>
          </p:nvPr>
        </p:nvSpPr>
        <p:spPr>
          <a:xfrm>
            <a:off x="946150" y="4860925"/>
            <a:ext cx="5207000"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182" name="Google Shape;182;p14: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5:notes"/>
          <p:cNvSpPr txBox="1">
            <a:spLocks noGrp="1"/>
          </p:cNvSpPr>
          <p:nvPr>
            <p:ph type="body" idx="1"/>
          </p:nvPr>
        </p:nvSpPr>
        <p:spPr>
          <a:xfrm>
            <a:off x="946150" y="4860925"/>
            <a:ext cx="5207000"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188" name="Google Shape;188;p15: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6:notes"/>
          <p:cNvSpPr txBox="1"/>
          <p:nvPr/>
        </p:nvSpPr>
        <p:spPr>
          <a:xfrm>
            <a:off x="4022725" y="9723437"/>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18</a:t>
            </a:fld>
            <a:endParaRPr/>
          </a:p>
        </p:txBody>
      </p:sp>
      <p:sp>
        <p:nvSpPr>
          <p:cNvPr id="194" name="Google Shape;194;p16: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5" name="Google Shape;195;p16:notes"/>
          <p:cNvSpPr txBox="1">
            <a:spLocks noGrp="1"/>
          </p:cNvSpPr>
          <p:nvPr>
            <p:ph type="body" idx="1"/>
          </p:nvPr>
        </p:nvSpPr>
        <p:spPr>
          <a:xfrm>
            <a:off x="946150" y="4860925"/>
            <a:ext cx="5207000" cy="4605337"/>
          </a:xfrm>
          <a:prstGeom prst="rect">
            <a:avLst/>
          </a:prstGeom>
          <a:noFill/>
          <a:ln>
            <a:noFill/>
          </a:ln>
        </p:spPr>
        <p:txBody>
          <a:bodyPr spcFirstLastPara="1" wrap="square" lIns="99025" tIns="49500" rIns="99025" bIns="495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7:notes"/>
          <p:cNvSpPr txBox="1"/>
          <p:nvPr/>
        </p:nvSpPr>
        <p:spPr>
          <a:xfrm>
            <a:off x="4022725" y="9723437"/>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19</a:t>
            </a:fld>
            <a:endParaRPr/>
          </a:p>
        </p:txBody>
      </p:sp>
      <p:sp>
        <p:nvSpPr>
          <p:cNvPr id="201" name="Google Shape;201;p17: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2" name="Google Shape;202;p17:notes"/>
          <p:cNvSpPr txBox="1">
            <a:spLocks noGrp="1"/>
          </p:cNvSpPr>
          <p:nvPr>
            <p:ph type="body" idx="1"/>
          </p:nvPr>
        </p:nvSpPr>
        <p:spPr>
          <a:xfrm>
            <a:off x="946150" y="4860925"/>
            <a:ext cx="5207000" cy="4605337"/>
          </a:xfrm>
          <a:prstGeom prst="rect">
            <a:avLst/>
          </a:prstGeom>
          <a:noFill/>
          <a:ln>
            <a:noFill/>
          </a:ln>
        </p:spPr>
        <p:txBody>
          <a:bodyPr spcFirstLastPara="1" wrap="square" lIns="99025" tIns="49500" rIns="99025" bIns="495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8:notes"/>
          <p:cNvSpPr txBox="1"/>
          <p:nvPr/>
        </p:nvSpPr>
        <p:spPr>
          <a:xfrm>
            <a:off x="4022725" y="9723437"/>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20</a:t>
            </a:fld>
            <a:endParaRPr/>
          </a:p>
        </p:txBody>
      </p:sp>
      <p:sp>
        <p:nvSpPr>
          <p:cNvPr id="208" name="Google Shape;208;p18: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9" name="Google Shape;209;p18:notes"/>
          <p:cNvSpPr txBox="1">
            <a:spLocks noGrp="1"/>
          </p:cNvSpPr>
          <p:nvPr>
            <p:ph type="body" idx="1"/>
          </p:nvPr>
        </p:nvSpPr>
        <p:spPr>
          <a:xfrm>
            <a:off x="946150" y="4860925"/>
            <a:ext cx="5207000" cy="4605337"/>
          </a:xfrm>
          <a:prstGeom prst="rect">
            <a:avLst/>
          </a:prstGeom>
          <a:noFill/>
          <a:ln>
            <a:noFill/>
          </a:ln>
        </p:spPr>
        <p:txBody>
          <a:bodyPr spcFirstLastPara="1" wrap="square" lIns="99025" tIns="49500" rIns="99025" bIns="495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9:notes"/>
          <p:cNvSpPr txBox="1"/>
          <p:nvPr/>
        </p:nvSpPr>
        <p:spPr>
          <a:xfrm>
            <a:off x="4022725" y="9723437"/>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21</a:t>
            </a:fld>
            <a:endParaRPr/>
          </a:p>
        </p:txBody>
      </p:sp>
      <p:sp>
        <p:nvSpPr>
          <p:cNvPr id="215" name="Google Shape;215;p19: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6" name="Google Shape;216;p19:notes"/>
          <p:cNvSpPr txBox="1">
            <a:spLocks noGrp="1"/>
          </p:cNvSpPr>
          <p:nvPr>
            <p:ph type="body" idx="1"/>
          </p:nvPr>
        </p:nvSpPr>
        <p:spPr>
          <a:xfrm>
            <a:off x="946150" y="4860925"/>
            <a:ext cx="5207000" cy="4605337"/>
          </a:xfrm>
          <a:prstGeom prst="rect">
            <a:avLst/>
          </a:prstGeom>
          <a:noFill/>
          <a:ln>
            <a:noFill/>
          </a:ln>
        </p:spPr>
        <p:txBody>
          <a:bodyPr spcFirstLastPara="1" wrap="square" lIns="99025" tIns="49500" rIns="99025" bIns="495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0:notes"/>
          <p:cNvSpPr txBox="1"/>
          <p:nvPr/>
        </p:nvSpPr>
        <p:spPr>
          <a:xfrm>
            <a:off x="4022725" y="9723437"/>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22</a:t>
            </a:fld>
            <a:endParaRPr/>
          </a:p>
        </p:txBody>
      </p:sp>
      <p:sp>
        <p:nvSpPr>
          <p:cNvPr id="222" name="Google Shape;222;p20: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3" name="Google Shape;223;p20:notes"/>
          <p:cNvSpPr txBox="1">
            <a:spLocks noGrp="1"/>
          </p:cNvSpPr>
          <p:nvPr>
            <p:ph type="body" idx="1"/>
          </p:nvPr>
        </p:nvSpPr>
        <p:spPr>
          <a:xfrm>
            <a:off x="946150" y="4860925"/>
            <a:ext cx="5207000" cy="4605337"/>
          </a:xfrm>
          <a:prstGeom prst="rect">
            <a:avLst/>
          </a:prstGeom>
          <a:noFill/>
          <a:ln>
            <a:noFill/>
          </a:ln>
        </p:spPr>
        <p:txBody>
          <a:bodyPr spcFirstLastPara="1" wrap="square" lIns="99025" tIns="49500" rIns="99025" bIns="495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1:notes"/>
          <p:cNvSpPr txBox="1">
            <a:spLocks noGrp="1"/>
          </p:cNvSpPr>
          <p:nvPr>
            <p:ph type="body" idx="1"/>
          </p:nvPr>
        </p:nvSpPr>
        <p:spPr>
          <a:xfrm>
            <a:off x="946150" y="4860925"/>
            <a:ext cx="5207000"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229" name="Google Shape;229;p21: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2:notes"/>
          <p:cNvSpPr txBox="1"/>
          <p:nvPr/>
        </p:nvSpPr>
        <p:spPr>
          <a:xfrm>
            <a:off x="4022725" y="9723437"/>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24</a:t>
            </a:fld>
            <a:endParaRPr/>
          </a:p>
        </p:txBody>
      </p:sp>
      <p:sp>
        <p:nvSpPr>
          <p:cNvPr id="235" name="Google Shape;235;p22: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6" name="Google Shape;236;p22:notes"/>
          <p:cNvSpPr txBox="1">
            <a:spLocks noGrp="1"/>
          </p:cNvSpPr>
          <p:nvPr>
            <p:ph type="body" idx="1"/>
          </p:nvPr>
        </p:nvSpPr>
        <p:spPr>
          <a:xfrm>
            <a:off x="946150" y="4860925"/>
            <a:ext cx="5207000" cy="4605337"/>
          </a:xfrm>
          <a:prstGeom prst="rect">
            <a:avLst/>
          </a:prstGeom>
          <a:noFill/>
          <a:ln>
            <a:noFill/>
          </a:ln>
        </p:spPr>
        <p:txBody>
          <a:bodyPr spcFirstLastPara="1" wrap="square" lIns="99025" tIns="49500" rIns="99025" bIns="495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3:notes"/>
          <p:cNvSpPr txBox="1">
            <a:spLocks noGrp="1"/>
          </p:cNvSpPr>
          <p:nvPr>
            <p:ph type="body" idx="1"/>
          </p:nvPr>
        </p:nvSpPr>
        <p:spPr>
          <a:xfrm>
            <a:off x="946150" y="4860925"/>
            <a:ext cx="5207000"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243" name="Google Shape;243;p23: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4:notes"/>
          <p:cNvSpPr txBox="1">
            <a:spLocks noGrp="1"/>
          </p:cNvSpPr>
          <p:nvPr>
            <p:ph type="body" idx="1"/>
          </p:nvPr>
        </p:nvSpPr>
        <p:spPr>
          <a:xfrm>
            <a:off x="946150" y="4860925"/>
            <a:ext cx="5207000"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250" name="Google Shape;250;p24: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5:notes"/>
          <p:cNvSpPr txBox="1">
            <a:spLocks noGrp="1"/>
          </p:cNvSpPr>
          <p:nvPr>
            <p:ph type="body" idx="1"/>
          </p:nvPr>
        </p:nvSpPr>
        <p:spPr>
          <a:xfrm>
            <a:off x="946150" y="4860925"/>
            <a:ext cx="5207000"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257" name="Google Shape;257;p25: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6:notes"/>
          <p:cNvSpPr txBox="1"/>
          <p:nvPr/>
        </p:nvSpPr>
        <p:spPr>
          <a:xfrm>
            <a:off x="4022725" y="9723437"/>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28</a:t>
            </a:fld>
            <a:endParaRPr/>
          </a:p>
        </p:txBody>
      </p:sp>
      <p:sp>
        <p:nvSpPr>
          <p:cNvPr id="264" name="Google Shape;264;p26: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5" name="Google Shape;265;p26:notes"/>
          <p:cNvSpPr txBox="1">
            <a:spLocks noGrp="1"/>
          </p:cNvSpPr>
          <p:nvPr>
            <p:ph type="body" idx="1"/>
          </p:nvPr>
        </p:nvSpPr>
        <p:spPr>
          <a:xfrm>
            <a:off x="946150" y="4860925"/>
            <a:ext cx="5207000" cy="4605337"/>
          </a:xfrm>
          <a:prstGeom prst="rect">
            <a:avLst/>
          </a:prstGeom>
          <a:noFill/>
          <a:ln>
            <a:noFill/>
          </a:ln>
        </p:spPr>
        <p:txBody>
          <a:bodyPr spcFirstLastPara="1" wrap="square" lIns="99025" tIns="49500" rIns="99025" bIns="495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27:notes"/>
          <p:cNvSpPr txBox="1"/>
          <p:nvPr/>
        </p:nvSpPr>
        <p:spPr>
          <a:xfrm>
            <a:off x="4022725" y="9723437"/>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29</a:t>
            </a:fld>
            <a:endParaRPr/>
          </a:p>
        </p:txBody>
      </p:sp>
      <p:sp>
        <p:nvSpPr>
          <p:cNvPr id="272" name="Google Shape;272;p27: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3" name="Google Shape;273;p27:notes"/>
          <p:cNvSpPr txBox="1">
            <a:spLocks noGrp="1"/>
          </p:cNvSpPr>
          <p:nvPr>
            <p:ph type="body" idx="1"/>
          </p:nvPr>
        </p:nvSpPr>
        <p:spPr>
          <a:xfrm>
            <a:off x="946150" y="4860925"/>
            <a:ext cx="5207000" cy="4605337"/>
          </a:xfrm>
          <a:prstGeom prst="rect">
            <a:avLst/>
          </a:prstGeom>
          <a:noFill/>
          <a:ln>
            <a:noFill/>
          </a:ln>
        </p:spPr>
        <p:txBody>
          <a:bodyPr spcFirstLastPara="1" wrap="square" lIns="99025" tIns="49500" rIns="99025" bIns="495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28:notes"/>
          <p:cNvSpPr txBox="1"/>
          <p:nvPr/>
        </p:nvSpPr>
        <p:spPr>
          <a:xfrm>
            <a:off x="4022725" y="9723437"/>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30</a:t>
            </a:fld>
            <a:endParaRPr/>
          </a:p>
        </p:txBody>
      </p:sp>
      <p:sp>
        <p:nvSpPr>
          <p:cNvPr id="279" name="Google Shape;279;p28: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0" name="Google Shape;280;p28:notes"/>
          <p:cNvSpPr txBox="1">
            <a:spLocks noGrp="1"/>
          </p:cNvSpPr>
          <p:nvPr>
            <p:ph type="body" idx="1"/>
          </p:nvPr>
        </p:nvSpPr>
        <p:spPr>
          <a:xfrm>
            <a:off x="946150" y="4860925"/>
            <a:ext cx="5207000" cy="4605337"/>
          </a:xfrm>
          <a:prstGeom prst="rect">
            <a:avLst/>
          </a:prstGeom>
          <a:noFill/>
          <a:ln>
            <a:noFill/>
          </a:ln>
        </p:spPr>
        <p:txBody>
          <a:bodyPr spcFirstLastPara="1" wrap="square" lIns="99025" tIns="49500" rIns="99025" bIns="495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9:notes"/>
          <p:cNvSpPr txBox="1"/>
          <p:nvPr/>
        </p:nvSpPr>
        <p:spPr>
          <a:xfrm>
            <a:off x="4022725" y="9723437"/>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31</a:t>
            </a:fld>
            <a:endParaRPr/>
          </a:p>
        </p:txBody>
      </p:sp>
      <p:sp>
        <p:nvSpPr>
          <p:cNvPr id="287" name="Google Shape;287;p29: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8" name="Google Shape;288;p29:notes"/>
          <p:cNvSpPr txBox="1">
            <a:spLocks noGrp="1"/>
          </p:cNvSpPr>
          <p:nvPr>
            <p:ph type="body" idx="1"/>
          </p:nvPr>
        </p:nvSpPr>
        <p:spPr>
          <a:xfrm>
            <a:off x="946150" y="4860925"/>
            <a:ext cx="5207000" cy="4605337"/>
          </a:xfrm>
          <a:prstGeom prst="rect">
            <a:avLst/>
          </a:prstGeom>
          <a:noFill/>
          <a:ln>
            <a:noFill/>
          </a:ln>
        </p:spPr>
        <p:txBody>
          <a:bodyPr spcFirstLastPara="1" wrap="square" lIns="99025" tIns="49500" rIns="99025" bIns="495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30:notes"/>
          <p:cNvSpPr txBox="1"/>
          <p:nvPr/>
        </p:nvSpPr>
        <p:spPr>
          <a:xfrm>
            <a:off x="4022725" y="9723437"/>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32</a:t>
            </a:fld>
            <a:endParaRPr/>
          </a:p>
        </p:txBody>
      </p:sp>
      <p:sp>
        <p:nvSpPr>
          <p:cNvPr id="295" name="Google Shape;295;p30: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6" name="Google Shape;296;p30:notes"/>
          <p:cNvSpPr txBox="1">
            <a:spLocks noGrp="1"/>
          </p:cNvSpPr>
          <p:nvPr>
            <p:ph type="body" idx="1"/>
          </p:nvPr>
        </p:nvSpPr>
        <p:spPr>
          <a:xfrm>
            <a:off x="946150" y="4860925"/>
            <a:ext cx="5207000" cy="4605337"/>
          </a:xfrm>
          <a:prstGeom prst="rect">
            <a:avLst/>
          </a:prstGeom>
          <a:noFill/>
          <a:ln>
            <a:noFill/>
          </a:ln>
        </p:spPr>
        <p:txBody>
          <a:bodyPr spcFirstLastPara="1" wrap="square" lIns="99025" tIns="49500" rIns="99025" bIns="495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31:notes"/>
          <p:cNvSpPr txBox="1"/>
          <p:nvPr/>
        </p:nvSpPr>
        <p:spPr>
          <a:xfrm>
            <a:off x="4022725" y="9723437"/>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33</a:t>
            </a:fld>
            <a:endParaRPr/>
          </a:p>
        </p:txBody>
      </p:sp>
      <p:sp>
        <p:nvSpPr>
          <p:cNvPr id="302" name="Google Shape;302;p31: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3" name="Google Shape;303;p31:notes"/>
          <p:cNvSpPr txBox="1">
            <a:spLocks noGrp="1"/>
          </p:cNvSpPr>
          <p:nvPr>
            <p:ph type="body" idx="1"/>
          </p:nvPr>
        </p:nvSpPr>
        <p:spPr>
          <a:xfrm>
            <a:off x="946150" y="4860925"/>
            <a:ext cx="5207000" cy="4605337"/>
          </a:xfrm>
          <a:prstGeom prst="rect">
            <a:avLst/>
          </a:prstGeom>
          <a:noFill/>
          <a:ln>
            <a:noFill/>
          </a:ln>
        </p:spPr>
        <p:txBody>
          <a:bodyPr spcFirstLastPara="1" wrap="square" lIns="99025" tIns="49500" rIns="99025" bIns="495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32:notes"/>
          <p:cNvSpPr txBox="1"/>
          <p:nvPr/>
        </p:nvSpPr>
        <p:spPr>
          <a:xfrm>
            <a:off x="4022725" y="9723437"/>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34</a:t>
            </a:fld>
            <a:endParaRPr/>
          </a:p>
        </p:txBody>
      </p:sp>
      <p:sp>
        <p:nvSpPr>
          <p:cNvPr id="310" name="Google Shape;310;p32: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1" name="Google Shape;311;p32:notes"/>
          <p:cNvSpPr txBox="1">
            <a:spLocks noGrp="1"/>
          </p:cNvSpPr>
          <p:nvPr>
            <p:ph type="body" idx="1"/>
          </p:nvPr>
        </p:nvSpPr>
        <p:spPr>
          <a:xfrm>
            <a:off x="946150" y="4860925"/>
            <a:ext cx="5207000" cy="4605337"/>
          </a:xfrm>
          <a:prstGeom prst="rect">
            <a:avLst/>
          </a:prstGeom>
          <a:noFill/>
          <a:ln>
            <a:noFill/>
          </a:ln>
        </p:spPr>
        <p:txBody>
          <a:bodyPr spcFirstLastPara="1" wrap="square" lIns="99025" tIns="49500" rIns="99025" bIns="495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33:notes"/>
          <p:cNvSpPr txBox="1"/>
          <p:nvPr/>
        </p:nvSpPr>
        <p:spPr>
          <a:xfrm>
            <a:off x="4022725" y="9723437"/>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35</a:t>
            </a:fld>
            <a:endParaRPr/>
          </a:p>
        </p:txBody>
      </p:sp>
      <p:sp>
        <p:nvSpPr>
          <p:cNvPr id="317" name="Google Shape;317;p33: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8" name="Google Shape;318;p33:notes"/>
          <p:cNvSpPr txBox="1">
            <a:spLocks noGrp="1"/>
          </p:cNvSpPr>
          <p:nvPr>
            <p:ph type="body" idx="1"/>
          </p:nvPr>
        </p:nvSpPr>
        <p:spPr>
          <a:xfrm>
            <a:off x="946150" y="4860925"/>
            <a:ext cx="5207000" cy="4605337"/>
          </a:xfrm>
          <a:prstGeom prst="rect">
            <a:avLst/>
          </a:prstGeom>
          <a:noFill/>
          <a:ln>
            <a:noFill/>
          </a:ln>
        </p:spPr>
        <p:txBody>
          <a:bodyPr spcFirstLastPara="1" wrap="square" lIns="99025" tIns="49500" rIns="99025" bIns="495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34:notes"/>
          <p:cNvSpPr txBox="1"/>
          <p:nvPr/>
        </p:nvSpPr>
        <p:spPr>
          <a:xfrm>
            <a:off x="4022725" y="9723437"/>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36</a:t>
            </a:fld>
            <a:endParaRPr/>
          </a:p>
        </p:txBody>
      </p:sp>
      <p:sp>
        <p:nvSpPr>
          <p:cNvPr id="324" name="Google Shape;324;p34: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5" name="Google Shape;325;p34:notes"/>
          <p:cNvSpPr txBox="1">
            <a:spLocks noGrp="1"/>
          </p:cNvSpPr>
          <p:nvPr>
            <p:ph type="body" idx="1"/>
          </p:nvPr>
        </p:nvSpPr>
        <p:spPr>
          <a:xfrm>
            <a:off x="946150" y="4860925"/>
            <a:ext cx="5207000" cy="4605337"/>
          </a:xfrm>
          <a:prstGeom prst="rect">
            <a:avLst/>
          </a:prstGeom>
          <a:noFill/>
          <a:ln>
            <a:noFill/>
          </a:ln>
        </p:spPr>
        <p:txBody>
          <a:bodyPr spcFirstLastPara="1" wrap="square" lIns="99025" tIns="49500" rIns="99025" bIns="495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35:notes"/>
          <p:cNvSpPr txBox="1"/>
          <p:nvPr/>
        </p:nvSpPr>
        <p:spPr>
          <a:xfrm>
            <a:off x="4022725" y="9723437"/>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37</a:t>
            </a:fld>
            <a:endParaRPr/>
          </a:p>
        </p:txBody>
      </p:sp>
      <p:sp>
        <p:nvSpPr>
          <p:cNvPr id="333" name="Google Shape;333;p35: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4" name="Google Shape;334;p35:notes"/>
          <p:cNvSpPr txBox="1">
            <a:spLocks noGrp="1"/>
          </p:cNvSpPr>
          <p:nvPr>
            <p:ph type="body" idx="1"/>
          </p:nvPr>
        </p:nvSpPr>
        <p:spPr>
          <a:xfrm>
            <a:off x="946150" y="4860925"/>
            <a:ext cx="5207000" cy="4605337"/>
          </a:xfrm>
          <a:prstGeom prst="rect">
            <a:avLst/>
          </a:prstGeom>
          <a:noFill/>
          <a:ln>
            <a:noFill/>
          </a:ln>
        </p:spPr>
        <p:txBody>
          <a:bodyPr spcFirstLastPara="1" wrap="square" lIns="99025" tIns="49500" rIns="99025" bIns="495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36:notes"/>
          <p:cNvSpPr txBox="1"/>
          <p:nvPr/>
        </p:nvSpPr>
        <p:spPr>
          <a:xfrm>
            <a:off x="4022725" y="9723437"/>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38</a:t>
            </a:fld>
            <a:endParaRPr/>
          </a:p>
        </p:txBody>
      </p:sp>
      <p:sp>
        <p:nvSpPr>
          <p:cNvPr id="340" name="Google Shape;340;p36: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1" name="Google Shape;341;p36:notes"/>
          <p:cNvSpPr txBox="1">
            <a:spLocks noGrp="1"/>
          </p:cNvSpPr>
          <p:nvPr>
            <p:ph type="body" idx="1"/>
          </p:nvPr>
        </p:nvSpPr>
        <p:spPr>
          <a:xfrm>
            <a:off x="946150" y="4860925"/>
            <a:ext cx="5207000" cy="4605337"/>
          </a:xfrm>
          <a:prstGeom prst="rect">
            <a:avLst/>
          </a:prstGeom>
          <a:noFill/>
          <a:ln>
            <a:noFill/>
          </a:ln>
        </p:spPr>
        <p:txBody>
          <a:bodyPr spcFirstLastPara="1" wrap="square" lIns="99025" tIns="49500" rIns="99025" bIns="495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37:notes"/>
          <p:cNvSpPr txBox="1"/>
          <p:nvPr/>
        </p:nvSpPr>
        <p:spPr>
          <a:xfrm>
            <a:off x="4022725" y="9723437"/>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39</a:t>
            </a:fld>
            <a:endParaRPr/>
          </a:p>
        </p:txBody>
      </p:sp>
      <p:sp>
        <p:nvSpPr>
          <p:cNvPr id="347" name="Google Shape;347;p37: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8" name="Google Shape;348;p37:notes"/>
          <p:cNvSpPr txBox="1">
            <a:spLocks noGrp="1"/>
          </p:cNvSpPr>
          <p:nvPr>
            <p:ph type="body" idx="1"/>
          </p:nvPr>
        </p:nvSpPr>
        <p:spPr>
          <a:xfrm>
            <a:off x="946150" y="4860925"/>
            <a:ext cx="5207000" cy="4605337"/>
          </a:xfrm>
          <a:prstGeom prst="rect">
            <a:avLst/>
          </a:prstGeom>
          <a:noFill/>
          <a:ln>
            <a:noFill/>
          </a:ln>
        </p:spPr>
        <p:txBody>
          <a:bodyPr spcFirstLastPara="1" wrap="square" lIns="99025" tIns="49500" rIns="99025" bIns="495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38:notes"/>
          <p:cNvSpPr txBox="1">
            <a:spLocks noGrp="1"/>
          </p:cNvSpPr>
          <p:nvPr>
            <p:ph type="body" idx="1"/>
          </p:nvPr>
        </p:nvSpPr>
        <p:spPr>
          <a:xfrm>
            <a:off x="946150" y="4860925"/>
            <a:ext cx="5207000"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355" name="Google Shape;355;p38: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39:notes"/>
          <p:cNvSpPr txBox="1">
            <a:spLocks noGrp="1"/>
          </p:cNvSpPr>
          <p:nvPr>
            <p:ph type="body" idx="1"/>
          </p:nvPr>
        </p:nvSpPr>
        <p:spPr>
          <a:xfrm>
            <a:off x="946150" y="4860925"/>
            <a:ext cx="5207000"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361" name="Google Shape;361;p39: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40:notes"/>
          <p:cNvSpPr txBox="1">
            <a:spLocks noGrp="1"/>
          </p:cNvSpPr>
          <p:nvPr>
            <p:ph type="body" idx="1"/>
          </p:nvPr>
        </p:nvSpPr>
        <p:spPr>
          <a:xfrm>
            <a:off x="946150" y="4860925"/>
            <a:ext cx="5207000"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367" name="Google Shape;367;p40: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41:notes"/>
          <p:cNvSpPr txBox="1">
            <a:spLocks noGrp="1"/>
          </p:cNvSpPr>
          <p:nvPr>
            <p:ph type="body" idx="1"/>
          </p:nvPr>
        </p:nvSpPr>
        <p:spPr>
          <a:xfrm>
            <a:off x="946150" y="4860925"/>
            <a:ext cx="5207000"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373" name="Google Shape;373;p41: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42:notes"/>
          <p:cNvSpPr txBox="1">
            <a:spLocks noGrp="1"/>
          </p:cNvSpPr>
          <p:nvPr>
            <p:ph type="body" idx="1"/>
          </p:nvPr>
        </p:nvSpPr>
        <p:spPr>
          <a:xfrm>
            <a:off x="946150" y="4860925"/>
            <a:ext cx="5207000"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379" name="Google Shape;379;p42: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43:notes"/>
          <p:cNvSpPr txBox="1">
            <a:spLocks noGrp="1"/>
          </p:cNvSpPr>
          <p:nvPr>
            <p:ph type="body" idx="1"/>
          </p:nvPr>
        </p:nvSpPr>
        <p:spPr>
          <a:xfrm>
            <a:off x="946150" y="4860925"/>
            <a:ext cx="5207000"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385" name="Google Shape;385;p43: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44:notes"/>
          <p:cNvSpPr txBox="1">
            <a:spLocks noGrp="1"/>
          </p:cNvSpPr>
          <p:nvPr>
            <p:ph type="body" idx="1"/>
          </p:nvPr>
        </p:nvSpPr>
        <p:spPr>
          <a:xfrm>
            <a:off x="946150" y="4860925"/>
            <a:ext cx="5207000"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392" name="Google Shape;392;p44: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45:notes"/>
          <p:cNvSpPr txBox="1">
            <a:spLocks noGrp="1"/>
          </p:cNvSpPr>
          <p:nvPr>
            <p:ph type="body" idx="1"/>
          </p:nvPr>
        </p:nvSpPr>
        <p:spPr>
          <a:xfrm>
            <a:off x="946150" y="4860925"/>
            <a:ext cx="5207000"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399" name="Google Shape;399;p45: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4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1pPr>
            <a:lvl2pPr marL="0" marR="0" lvl="1"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2pPr>
            <a:lvl3pPr marL="0" marR="0" lvl="2"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3pPr>
            <a:lvl4pPr marL="0" marR="0" lvl="3"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4pPr>
            <a:lvl5pPr marL="0" marR="0" lvl="4"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5pPr>
            <a:lvl6pPr marL="0" marR="0" lvl="5"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6pPr>
            <a:lvl7pPr marL="0" marR="0" lvl="6"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7pPr>
            <a:lvl8pPr marL="0" marR="0" lvl="7"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8pPr>
            <a:lvl9pPr marL="0" marR="0" lvl="8"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48"/>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1pPr>
            <a:lvl2pPr marL="0" marR="0" lvl="1"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2pPr>
            <a:lvl3pPr marL="0" marR="0" lvl="2"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3pPr>
            <a:lvl4pPr marL="0" marR="0" lvl="3"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4pPr>
            <a:lvl5pPr marL="0" marR="0" lvl="4"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5pPr>
            <a:lvl6pPr marL="0" marR="0" lvl="5"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6pPr>
            <a:lvl7pPr marL="0" marR="0" lvl="6"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7pPr>
            <a:lvl8pPr marL="0" marR="0" lvl="7"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8pPr>
            <a:lvl9pPr marL="0" marR="0" lvl="8"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1pPr>
            <a:lvl2pPr marL="0" marR="0" lvl="1"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2pPr>
            <a:lvl3pPr marL="0" marR="0" lvl="2"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3pPr>
            <a:lvl4pPr marL="0" marR="0" lvl="3"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4pPr>
            <a:lvl5pPr marL="0" marR="0" lvl="4"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5pPr>
            <a:lvl6pPr marL="0" marR="0" lvl="5"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6pPr>
            <a:lvl7pPr marL="0" marR="0" lvl="6"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7pPr>
            <a:lvl8pPr marL="0" marR="0" lvl="7"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8pPr>
            <a:lvl9pPr marL="0" marR="0" lvl="8" indent="0" algn="r">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31"/>
        <p:cNvGrpSpPr/>
        <p:nvPr/>
      </p:nvGrpSpPr>
      <p:grpSpPr>
        <a:xfrm>
          <a:off x="0" y="0"/>
          <a:ext cx="0" cy="0"/>
          <a:chOff x="0" y="0"/>
          <a:chExt cx="0" cy="0"/>
        </a:xfrm>
      </p:grpSpPr>
      <p:sp>
        <p:nvSpPr>
          <p:cNvPr id="32" name="Google Shape;32;p50"/>
          <p:cNvSpPr txBox="1">
            <a:spLocks noGrp="1"/>
          </p:cNvSpPr>
          <p:nvPr>
            <p:ph type="title"/>
          </p:nvPr>
        </p:nvSpPr>
        <p:spPr>
          <a:xfrm>
            <a:off x="609600" y="381000"/>
            <a:ext cx="8162925" cy="6413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3" name="Google Shape;33;p50"/>
          <p:cNvSpPr txBox="1">
            <a:spLocks noGrp="1"/>
          </p:cNvSpPr>
          <p:nvPr>
            <p:ph type="body" idx="1"/>
          </p:nvPr>
        </p:nvSpPr>
        <p:spPr>
          <a:xfrm>
            <a:off x="609600" y="1295400"/>
            <a:ext cx="3978275" cy="4876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 name="Google Shape;34;p50"/>
          <p:cNvSpPr txBox="1">
            <a:spLocks noGrp="1"/>
          </p:cNvSpPr>
          <p:nvPr>
            <p:ph type="body" idx="2"/>
          </p:nvPr>
        </p:nvSpPr>
        <p:spPr>
          <a:xfrm>
            <a:off x="4740275" y="1295400"/>
            <a:ext cx="3979863" cy="4876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5" name="Google Shape;35;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1pPr>
            <a:lvl2pPr marL="0" marR="0" lvl="1"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2pPr>
            <a:lvl3pPr marL="0" marR="0" lvl="2"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3pPr>
            <a:lvl4pPr marL="0" marR="0" lvl="3"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4pPr>
            <a:lvl5pPr marL="0" marR="0" lvl="4"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5pPr>
            <a:lvl6pPr marL="0" marR="0" lvl="5"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6pPr>
            <a:lvl7pPr marL="0" marR="0" lvl="6"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7pPr>
            <a:lvl8pPr marL="0" marR="0" lvl="7"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8pPr>
            <a:lvl9pPr marL="0" marR="0" lvl="8"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Text, and 2 Content" type="txAndTwoObj">
  <p:cSld name="TEXT_AND_TWO_OBJECTS">
    <p:spTree>
      <p:nvGrpSpPr>
        <p:cNvPr id="1" name="Shape 38"/>
        <p:cNvGrpSpPr/>
        <p:nvPr/>
      </p:nvGrpSpPr>
      <p:grpSpPr>
        <a:xfrm>
          <a:off x="0" y="0"/>
          <a:ext cx="0" cy="0"/>
          <a:chOff x="0" y="0"/>
          <a:chExt cx="0" cy="0"/>
        </a:xfrm>
      </p:grpSpPr>
      <p:sp>
        <p:nvSpPr>
          <p:cNvPr id="39" name="Google Shape;39;p51"/>
          <p:cNvSpPr txBox="1">
            <a:spLocks noGrp="1"/>
          </p:cNvSpPr>
          <p:nvPr>
            <p:ph type="title"/>
          </p:nvPr>
        </p:nvSpPr>
        <p:spPr>
          <a:xfrm>
            <a:off x="609600" y="381000"/>
            <a:ext cx="8162925" cy="6413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0" name="Google Shape;40;p51"/>
          <p:cNvSpPr txBox="1">
            <a:spLocks noGrp="1"/>
          </p:cNvSpPr>
          <p:nvPr>
            <p:ph type="body" idx="1"/>
          </p:nvPr>
        </p:nvSpPr>
        <p:spPr>
          <a:xfrm>
            <a:off x="609600" y="1295400"/>
            <a:ext cx="3978275" cy="4876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1" name="Google Shape;41;p51"/>
          <p:cNvSpPr txBox="1">
            <a:spLocks noGrp="1"/>
          </p:cNvSpPr>
          <p:nvPr>
            <p:ph type="body" idx="2"/>
          </p:nvPr>
        </p:nvSpPr>
        <p:spPr>
          <a:xfrm>
            <a:off x="4740275" y="1295400"/>
            <a:ext cx="3979863" cy="2362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2" name="Google Shape;42;p51"/>
          <p:cNvSpPr txBox="1">
            <a:spLocks noGrp="1"/>
          </p:cNvSpPr>
          <p:nvPr>
            <p:ph type="body" idx="3"/>
          </p:nvPr>
        </p:nvSpPr>
        <p:spPr>
          <a:xfrm>
            <a:off x="4740275" y="3810000"/>
            <a:ext cx="3979863" cy="2362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3" name="Google Shape;43;p5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1pPr>
            <a:lvl2pPr marL="0" marR="0" lvl="1"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2pPr>
            <a:lvl3pPr marL="0" marR="0" lvl="2"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3pPr>
            <a:lvl4pPr marL="0" marR="0" lvl="3"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4pPr>
            <a:lvl5pPr marL="0" marR="0" lvl="4"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5pPr>
            <a:lvl6pPr marL="0" marR="0" lvl="5"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6pPr>
            <a:lvl7pPr marL="0" marR="0" lvl="6"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7pPr>
            <a:lvl8pPr marL="0" marR="0" lvl="7"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8pPr>
            <a:lvl9pPr marL="0" marR="0" lvl="8"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6"/>
        <p:cNvGrpSpPr/>
        <p:nvPr/>
      </p:nvGrpSpPr>
      <p:grpSpPr>
        <a:xfrm>
          <a:off x="0" y="0"/>
          <a:ext cx="0" cy="0"/>
          <a:chOff x="0" y="0"/>
          <a:chExt cx="0" cy="0"/>
        </a:xfrm>
      </p:grpSpPr>
      <p:sp>
        <p:nvSpPr>
          <p:cNvPr id="47" name="Google Shape;47;p5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8" name="Google Shape;48;p5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9" name="Google Shape;49;p5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1pPr>
            <a:lvl2pPr marL="0" marR="0" lvl="1"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2pPr>
            <a:lvl3pPr marL="0" marR="0" lvl="2"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3pPr>
            <a:lvl4pPr marL="0" marR="0" lvl="3"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4pPr>
            <a:lvl5pPr marL="0" marR="0" lvl="4"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5pPr>
            <a:lvl6pPr marL="0" marR="0" lvl="5"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6pPr>
            <a:lvl7pPr marL="0" marR="0" lvl="6"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7pPr>
            <a:lvl8pPr marL="0" marR="0" lvl="7"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8pPr>
            <a:lvl9pPr marL="0" marR="0" lvl="8"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2"/>
        <p:cNvGrpSpPr/>
        <p:nvPr/>
      </p:nvGrpSpPr>
      <p:grpSpPr>
        <a:xfrm>
          <a:off x="0" y="0"/>
          <a:ext cx="0" cy="0"/>
          <a:chOff x="0" y="0"/>
          <a:chExt cx="0" cy="0"/>
        </a:xfrm>
      </p:grpSpPr>
      <p:sp>
        <p:nvSpPr>
          <p:cNvPr id="53" name="Google Shape;53;p5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4" name="Google Shape;54;p53"/>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5" name="Google Shape;55;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1pPr>
            <a:lvl2pPr marL="0" marR="0" lvl="1"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2pPr>
            <a:lvl3pPr marL="0" marR="0" lvl="2"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3pPr>
            <a:lvl4pPr marL="0" marR="0" lvl="3"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4pPr>
            <a:lvl5pPr marL="0" marR="0" lvl="4"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5pPr>
            <a:lvl6pPr marL="0" marR="0" lvl="5"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6pPr>
            <a:lvl7pPr marL="0" marR="0" lvl="6"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7pPr>
            <a:lvl8pPr marL="0" marR="0" lvl="7"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8pPr>
            <a:lvl9pPr marL="0" marR="0" lvl="8"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8"/>
        <p:cNvGrpSpPr/>
        <p:nvPr/>
      </p:nvGrpSpPr>
      <p:grpSpPr>
        <a:xfrm>
          <a:off x="0" y="0"/>
          <a:ext cx="0" cy="0"/>
          <a:chOff x="0" y="0"/>
          <a:chExt cx="0" cy="0"/>
        </a:xfrm>
      </p:grpSpPr>
      <p:sp>
        <p:nvSpPr>
          <p:cNvPr id="59" name="Google Shape;59;p54"/>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0" name="Google Shape;60;p54"/>
          <p:cNvSpPr>
            <a:spLocks noGrp="1"/>
          </p:cNvSpPr>
          <p:nvPr>
            <p:ph type="pic" idx="2"/>
          </p:nvPr>
        </p:nvSpPr>
        <p:spPr>
          <a:xfrm>
            <a:off x="1792288" y="612775"/>
            <a:ext cx="5486400" cy="4114800"/>
          </a:xfrm>
          <a:prstGeom prst="rect">
            <a:avLst/>
          </a:prstGeom>
          <a:noFill/>
          <a:ln>
            <a:noFill/>
          </a:ln>
        </p:spPr>
      </p:sp>
      <p:sp>
        <p:nvSpPr>
          <p:cNvPr id="61" name="Google Shape;61;p54"/>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5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1pPr>
            <a:lvl2pPr marL="0" marR="0" lvl="1"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2pPr>
            <a:lvl3pPr marL="0" marR="0" lvl="2"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3pPr>
            <a:lvl4pPr marL="0" marR="0" lvl="3"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4pPr>
            <a:lvl5pPr marL="0" marR="0" lvl="4"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5pPr>
            <a:lvl6pPr marL="0" marR="0" lvl="5"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6pPr>
            <a:lvl7pPr marL="0" marR="0" lvl="6"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7pPr>
            <a:lvl8pPr marL="0" marR="0" lvl="7"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8pPr>
            <a:lvl9pPr marL="0" marR="0" lvl="8"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5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7" name="Google Shape;67;p5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8" name="Google Shape;68;p5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5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1pPr>
            <a:lvl2pPr marL="0" marR="0" lvl="1"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2pPr>
            <a:lvl3pPr marL="0" marR="0" lvl="2"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3pPr>
            <a:lvl4pPr marL="0" marR="0" lvl="3"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4pPr>
            <a:lvl5pPr marL="0" marR="0" lvl="4"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5pPr>
            <a:lvl6pPr marL="0" marR="0" lvl="5"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6pPr>
            <a:lvl7pPr marL="0" marR="0" lvl="6"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7pPr>
            <a:lvl8pPr marL="0" marR="0" lvl="7"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8pPr>
            <a:lvl9pPr marL="0" marR="0" lvl="8"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2"/>
        <p:cNvGrpSpPr/>
        <p:nvPr/>
      </p:nvGrpSpPr>
      <p:grpSpPr>
        <a:xfrm>
          <a:off x="0" y="0"/>
          <a:ext cx="0" cy="0"/>
          <a:chOff x="0" y="0"/>
          <a:chExt cx="0" cy="0"/>
        </a:xfrm>
      </p:grpSpPr>
      <p:sp>
        <p:nvSpPr>
          <p:cNvPr id="73" name="Google Shape;73;p5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1pPr>
            <a:lvl2pPr marL="0" marR="0" lvl="1"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2pPr>
            <a:lvl3pPr marL="0" marR="0" lvl="2"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3pPr>
            <a:lvl4pPr marL="0" marR="0" lvl="3"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4pPr>
            <a:lvl5pPr marL="0" marR="0" lvl="4"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5pPr>
            <a:lvl6pPr marL="0" marR="0" lvl="5"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6pPr>
            <a:lvl7pPr marL="0" marR="0" lvl="6"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7pPr>
            <a:lvl8pPr marL="0" marR="0" lvl="7"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8pPr>
            <a:lvl9pPr marL="0" marR="0" lvl="8"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7"/>
        <p:cNvGrpSpPr/>
        <p:nvPr/>
      </p:nvGrpSpPr>
      <p:grpSpPr>
        <a:xfrm>
          <a:off x="0" y="0"/>
          <a:ext cx="0" cy="0"/>
          <a:chOff x="0" y="0"/>
          <a:chExt cx="0" cy="0"/>
        </a:xfrm>
      </p:grpSpPr>
      <p:sp>
        <p:nvSpPr>
          <p:cNvPr id="78" name="Google Shape;78;p5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9" name="Google Shape;79;p5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80" name="Google Shape;80;p5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81" name="Google Shape;81;p5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82" name="Google Shape;82;p5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83" name="Google Shape;83;p5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5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5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1pPr>
            <a:lvl2pPr marL="0" marR="0" lvl="1"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2pPr>
            <a:lvl3pPr marL="0" marR="0" lvl="2"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3pPr>
            <a:lvl4pPr marL="0" marR="0" lvl="3"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4pPr>
            <a:lvl5pPr marL="0" marR="0" lvl="4"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5pPr>
            <a:lvl6pPr marL="0" marR="0" lvl="5"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6pPr>
            <a:lvl7pPr marL="0" marR="0" lvl="6"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7pPr>
            <a:lvl8pPr marL="0" marR="0" lvl="7"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8pPr>
            <a:lvl9pPr marL="0" marR="0" lvl="8"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6"/>
        <p:cNvGrpSpPr/>
        <p:nvPr/>
      </p:nvGrpSpPr>
      <p:grpSpPr>
        <a:xfrm>
          <a:off x="0" y="0"/>
          <a:ext cx="0" cy="0"/>
          <a:chOff x="0" y="0"/>
          <a:chExt cx="0" cy="0"/>
        </a:xfrm>
      </p:grpSpPr>
      <p:sp>
        <p:nvSpPr>
          <p:cNvPr id="87" name="Google Shape;87;p5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8" name="Google Shape;88;p5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89" name="Google Shape;89;p5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90" name="Google Shape;90;p5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5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5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1pPr>
            <a:lvl2pPr marL="0" marR="0" lvl="1"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2pPr>
            <a:lvl3pPr marL="0" marR="0" lvl="2"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3pPr>
            <a:lvl4pPr marL="0" marR="0" lvl="3"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4pPr>
            <a:lvl5pPr marL="0" marR="0" lvl="4"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5pPr>
            <a:lvl6pPr marL="0" marR="0" lvl="5"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6pPr>
            <a:lvl7pPr marL="0" marR="0" lvl="6"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7pPr>
            <a:lvl8pPr marL="0" marR="0" lvl="7"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8pPr>
            <a:lvl9pPr marL="0" marR="0" lvl="8"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3"/>
        <p:cNvGrpSpPr/>
        <p:nvPr/>
      </p:nvGrpSpPr>
      <p:grpSpPr>
        <a:xfrm>
          <a:off x="0" y="0"/>
          <a:ext cx="0" cy="0"/>
          <a:chOff x="0" y="0"/>
          <a:chExt cx="0" cy="0"/>
        </a:xfrm>
      </p:grpSpPr>
      <p:sp>
        <p:nvSpPr>
          <p:cNvPr id="94" name="Google Shape;94;p5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5" name="Google Shape;95;p5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96" name="Google Shape;96;p5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5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5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1pPr>
            <a:lvl2pPr marL="0" marR="0" lvl="1"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2pPr>
            <a:lvl3pPr marL="0" marR="0" lvl="2"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3pPr>
            <a:lvl4pPr marL="0" marR="0" lvl="3"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4pPr>
            <a:lvl5pPr marL="0" marR="0" lvl="4"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5pPr>
            <a:lvl6pPr marL="0" marR="0" lvl="5"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6pPr>
            <a:lvl7pPr marL="0" marR="0" lvl="6"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7pPr>
            <a:lvl8pPr marL="0" marR="0" lvl="7"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8pPr>
            <a:lvl9pPr marL="0" marR="0" lvl="8" indent="0" algn="r">
              <a:lnSpc>
                <a:spcPct val="100000"/>
              </a:lnSpc>
              <a:spcBef>
                <a:spcPts val="0"/>
              </a:spcBef>
              <a:spcAft>
                <a:spcPts val="0"/>
              </a:spcAft>
              <a:buClr>
                <a:srgbClr val="898989"/>
              </a:buClr>
              <a:buSzPts val="1200"/>
              <a:buFont typeface="Verdana"/>
              <a:buNone/>
              <a:defRPr sz="1200" b="0" i="0" u="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46"/>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Verdana"/>
                <a:ea typeface="Verdana"/>
                <a:cs typeface="Verdana"/>
                <a:sym typeface="Verdana"/>
              </a:defRPr>
            </a:lvl1pPr>
            <a:lvl2pPr marR="0" lvl="1" algn="l" rtl="0">
              <a:lnSpc>
                <a:spcPct val="100000"/>
              </a:lnSpc>
              <a:spcBef>
                <a:spcPts val="0"/>
              </a:spcBef>
              <a:spcAft>
                <a:spcPts val="0"/>
              </a:spcAft>
              <a:buSzPts val="1400"/>
              <a:buNone/>
              <a:defRPr sz="2400" b="0" i="0" u="none" strike="noStrike" cap="none">
                <a:solidFill>
                  <a:schemeClr val="dk1"/>
                </a:solidFill>
                <a:latin typeface="Verdana"/>
                <a:ea typeface="Verdana"/>
                <a:cs typeface="Verdana"/>
                <a:sym typeface="Verdana"/>
              </a:defRPr>
            </a:lvl2pPr>
            <a:lvl3pPr marR="0" lvl="2" algn="l" rtl="0">
              <a:lnSpc>
                <a:spcPct val="100000"/>
              </a:lnSpc>
              <a:spcBef>
                <a:spcPts val="0"/>
              </a:spcBef>
              <a:spcAft>
                <a:spcPts val="0"/>
              </a:spcAft>
              <a:buSzPts val="1400"/>
              <a:buNone/>
              <a:defRPr sz="2400" b="0" i="0" u="none" strike="noStrike" cap="none">
                <a:solidFill>
                  <a:schemeClr val="dk1"/>
                </a:solidFill>
                <a:latin typeface="Verdana"/>
                <a:ea typeface="Verdana"/>
                <a:cs typeface="Verdana"/>
                <a:sym typeface="Verdana"/>
              </a:defRPr>
            </a:lvl3pPr>
            <a:lvl4pPr marR="0" lvl="3" algn="l" rtl="0">
              <a:lnSpc>
                <a:spcPct val="100000"/>
              </a:lnSpc>
              <a:spcBef>
                <a:spcPts val="0"/>
              </a:spcBef>
              <a:spcAft>
                <a:spcPts val="0"/>
              </a:spcAft>
              <a:buSzPts val="1400"/>
              <a:buNone/>
              <a:defRPr sz="2400" b="0" i="0" u="none" strike="noStrike" cap="none">
                <a:solidFill>
                  <a:schemeClr val="dk1"/>
                </a:solidFill>
                <a:latin typeface="Verdana"/>
                <a:ea typeface="Verdana"/>
                <a:cs typeface="Verdana"/>
                <a:sym typeface="Verdana"/>
              </a:defRPr>
            </a:lvl4pPr>
            <a:lvl5pPr marR="0" lvl="4" algn="l" rtl="0">
              <a:lnSpc>
                <a:spcPct val="100000"/>
              </a:lnSpc>
              <a:spcBef>
                <a:spcPts val="0"/>
              </a:spcBef>
              <a:spcAft>
                <a:spcPts val="0"/>
              </a:spcAft>
              <a:buSzPts val="1400"/>
              <a:buNone/>
              <a:defRPr sz="2400" b="0" i="0" u="none" strike="noStrike" cap="none">
                <a:solidFill>
                  <a:schemeClr val="dk1"/>
                </a:solidFill>
                <a:latin typeface="Verdana"/>
                <a:ea typeface="Verdana"/>
                <a:cs typeface="Verdana"/>
                <a:sym typeface="Verdana"/>
              </a:defRPr>
            </a:lvl5pPr>
            <a:lvl6pPr marR="0" lvl="5" algn="l" rtl="0">
              <a:lnSpc>
                <a:spcPct val="100000"/>
              </a:lnSpc>
              <a:spcBef>
                <a:spcPts val="0"/>
              </a:spcBef>
              <a:spcAft>
                <a:spcPts val="0"/>
              </a:spcAft>
              <a:buSzPts val="1400"/>
              <a:buNone/>
              <a:defRPr sz="2400" b="0" i="0" u="none" strike="noStrike" cap="none">
                <a:solidFill>
                  <a:schemeClr val="dk1"/>
                </a:solidFill>
                <a:latin typeface="Verdana"/>
                <a:ea typeface="Verdana"/>
                <a:cs typeface="Verdana"/>
                <a:sym typeface="Verdana"/>
              </a:defRPr>
            </a:lvl6pPr>
            <a:lvl7pPr marR="0" lvl="6" algn="l" rtl="0">
              <a:lnSpc>
                <a:spcPct val="100000"/>
              </a:lnSpc>
              <a:spcBef>
                <a:spcPts val="0"/>
              </a:spcBef>
              <a:spcAft>
                <a:spcPts val="0"/>
              </a:spcAft>
              <a:buSzPts val="1400"/>
              <a:buNone/>
              <a:defRPr sz="2400" b="0" i="0" u="none" strike="noStrike" cap="none">
                <a:solidFill>
                  <a:schemeClr val="dk1"/>
                </a:solidFill>
                <a:latin typeface="Verdana"/>
                <a:ea typeface="Verdana"/>
                <a:cs typeface="Verdana"/>
                <a:sym typeface="Verdana"/>
              </a:defRPr>
            </a:lvl7pPr>
            <a:lvl8pPr marR="0" lvl="7" algn="l" rtl="0">
              <a:lnSpc>
                <a:spcPct val="100000"/>
              </a:lnSpc>
              <a:spcBef>
                <a:spcPts val="0"/>
              </a:spcBef>
              <a:spcAft>
                <a:spcPts val="0"/>
              </a:spcAft>
              <a:buSzPts val="1400"/>
              <a:buNone/>
              <a:defRPr sz="2400" b="0" i="0" u="none" strike="noStrike" cap="none">
                <a:solidFill>
                  <a:schemeClr val="dk1"/>
                </a:solidFill>
                <a:latin typeface="Verdana"/>
                <a:ea typeface="Verdana"/>
                <a:cs typeface="Verdana"/>
                <a:sym typeface="Verdana"/>
              </a:defRPr>
            </a:lvl8pPr>
            <a:lvl9pPr marR="0" lvl="8" algn="l" rtl="0">
              <a:lnSpc>
                <a:spcPct val="100000"/>
              </a:lnSpc>
              <a:spcBef>
                <a:spcPts val="0"/>
              </a:spcBef>
              <a:spcAft>
                <a:spcPts val="0"/>
              </a:spcAft>
              <a:buSzPts val="1400"/>
              <a:buNone/>
              <a:defRPr sz="2400" b="0" i="0" u="none" strike="noStrike" cap="none">
                <a:solidFill>
                  <a:schemeClr val="dk1"/>
                </a:solidFill>
                <a:latin typeface="Verdana"/>
                <a:ea typeface="Verdana"/>
                <a:cs typeface="Verdana"/>
                <a:sym typeface="Verdana"/>
              </a:defRPr>
            </a:lvl9pPr>
          </a:lstStyle>
          <a:p>
            <a:endParaRPr/>
          </a:p>
        </p:txBody>
      </p:sp>
      <p:sp>
        <p:nvSpPr>
          <p:cNvPr id="13" name="Google Shape;13;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2400" b="0" i="0" u="none" strike="noStrike" cap="none">
                <a:solidFill>
                  <a:schemeClr val="dk1"/>
                </a:solidFill>
                <a:latin typeface="Verdana"/>
                <a:ea typeface="Verdana"/>
                <a:cs typeface="Verdana"/>
                <a:sym typeface="Verdana"/>
              </a:defRPr>
            </a:lvl1pPr>
            <a:lvl2pPr marR="0" lvl="1" algn="l" rtl="0">
              <a:lnSpc>
                <a:spcPct val="100000"/>
              </a:lnSpc>
              <a:spcBef>
                <a:spcPts val="0"/>
              </a:spcBef>
              <a:spcAft>
                <a:spcPts val="0"/>
              </a:spcAft>
              <a:buSzPts val="1400"/>
              <a:buNone/>
              <a:defRPr sz="2400" b="0" i="0" u="none" strike="noStrike" cap="none">
                <a:solidFill>
                  <a:schemeClr val="dk1"/>
                </a:solidFill>
                <a:latin typeface="Verdana"/>
                <a:ea typeface="Verdana"/>
                <a:cs typeface="Verdana"/>
                <a:sym typeface="Verdana"/>
              </a:defRPr>
            </a:lvl2pPr>
            <a:lvl3pPr marR="0" lvl="2" algn="l" rtl="0">
              <a:lnSpc>
                <a:spcPct val="100000"/>
              </a:lnSpc>
              <a:spcBef>
                <a:spcPts val="0"/>
              </a:spcBef>
              <a:spcAft>
                <a:spcPts val="0"/>
              </a:spcAft>
              <a:buSzPts val="1400"/>
              <a:buNone/>
              <a:defRPr sz="2400" b="0" i="0" u="none" strike="noStrike" cap="none">
                <a:solidFill>
                  <a:schemeClr val="dk1"/>
                </a:solidFill>
                <a:latin typeface="Verdana"/>
                <a:ea typeface="Verdana"/>
                <a:cs typeface="Verdana"/>
                <a:sym typeface="Verdana"/>
              </a:defRPr>
            </a:lvl3pPr>
            <a:lvl4pPr marR="0" lvl="3" algn="l" rtl="0">
              <a:lnSpc>
                <a:spcPct val="100000"/>
              </a:lnSpc>
              <a:spcBef>
                <a:spcPts val="0"/>
              </a:spcBef>
              <a:spcAft>
                <a:spcPts val="0"/>
              </a:spcAft>
              <a:buSzPts val="1400"/>
              <a:buNone/>
              <a:defRPr sz="2400" b="0" i="0" u="none" strike="noStrike" cap="none">
                <a:solidFill>
                  <a:schemeClr val="dk1"/>
                </a:solidFill>
                <a:latin typeface="Verdana"/>
                <a:ea typeface="Verdana"/>
                <a:cs typeface="Verdana"/>
                <a:sym typeface="Verdana"/>
              </a:defRPr>
            </a:lvl4pPr>
            <a:lvl5pPr marR="0" lvl="4" algn="l" rtl="0">
              <a:lnSpc>
                <a:spcPct val="100000"/>
              </a:lnSpc>
              <a:spcBef>
                <a:spcPts val="0"/>
              </a:spcBef>
              <a:spcAft>
                <a:spcPts val="0"/>
              </a:spcAft>
              <a:buSzPts val="1400"/>
              <a:buNone/>
              <a:defRPr sz="2400" b="0" i="0" u="none" strike="noStrike" cap="none">
                <a:solidFill>
                  <a:schemeClr val="dk1"/>
                </a:solidFill>
                <a:latin typeface="Verdana"/>
                <a:ea typeface="Verdana"/>
                <a:cs typeface="Verdana"/>
                <a:sym typeface="Verdana"/>
              </a:defRPr>
            </a:lvl5pPr>
            <a:lvl6pPr marR="0" lvl="5" algn="l" rtl="0">
              <a:lnSpc>
                <a:spcPct val="100000"/>
              </a:lnSpc>
              <a:spcBef>
                <a:spcPts val="0"/>
              </a:spcBef>
              <a:spcAft>
                <a:spcPts val="0"/>
              </a:spcAft>
              <a:buSzPts val="1400"/>
              <a:buNone/>
              <a:defRPr sz="2400" b="0" i="0" u="none" strike="noStrike" cap="none">
                <a:solidFill>
                  <a:schemeClr val="dk1"/>
                </a:solidFill>
                <a:latin typeface="Verdana"/>
                <a:ea typeface="Verdana"/>
                <a:cs typeface="Verdana"/>
                <a:sym typeface="Verdana"/>
              </a:defRPr>
            </a:lvl6pPr>
            <a:lvl7pPr marR="0" lvl="6" algn="l" rtl="0">
              <a:lnSpc>
                <a:spcPct val="100000"/>
              </a:lnSpc>
              <a:spcBef>
                <a:spcPts val="0"/>
              </a:spcBef>
              <a:spcAft>
                <a:spcPts val="0"/>
              </a:spcAft>
              <a:buSzPts val="1400"/>
              <a:buNone/>
              <a:defRPr sz="2400" b="0" i="0" u="none" strike="noStrike" cap="none">
                <a:solidFill>
                  <a:schemeClr val="dk1"/>
                </a:solidFill>
                <a:latin typeface="Verdana"/>
                <a:ea typeface="Verdana"/>
                <a:cs typeface="Verdana"/>
                <a:sym typeface="Verdana"/>
              </a:defRPr>
            </a:lvl7pPr>
            <a:lvl8pPr marR="0" lvl="7" algn="l" rtl="0">
              <a:lnSpc>
                <a:spcPct val="100000"/>
              </a:lnSpc>
              <a:spcBef>
                <a:spcPts val="0"/>
              </a:spcBef>
              <a:spcAft>
                <a:spcPts val="0"/>
              </a:spcAft>
              <a:buSzPts val="1400"/>
              <a:buNone/>
              <a:defRPr sz="2400" b="0" i="0" u="none" strike="noStrike" cap="none">
                <a:solidFill>
                  <a:schemeClr val="dk1"/>
                </a:solidFill>
                <a:latin typeface="Verdana"/>
                <a:ea typeface="Verdana"/>
                <a:cs typeface="Verdana"/>
                <a:sym typeface="Verdana"/>
              </a:defRPr>
            </a:lvl8pPr>
            <a:lvl9pPr marR="0" lvl="8" algn="l" rtl="0">
              <a:lnSpc>
                <a:spcPct val="100000"/>
              </a:lnSpc>
              <a:spcBef>
                <a:spcPts val="0"/>
              </a:spcBef>
              <a:spcAft>
                <a:spcPts val="0"/>
              </a:spcAft>
              <a:buSzPts val="1400"/>
              <a:buNone/>
              <a:defRPr sz="2400" b="0" i="0" u="none" strike="noStrike" cap="none">
                <a:solidFill>
                  <a:schemeClr val="dk1"/>
                </a:solidFill>
                <a:latin typeface="Verdana"/>
                <a:ea typeface="Verdana"/>
                <a:cs typeface="Verdana"/>
                <a:sym typeface="Verdana"/>
              </a:defRPr>
            </a:lvl9pPr>
          </a:lstStyle>
          <a:p>
            <a:endParaRPr/>
          </a:p>
        </p:txBody>
      </p:sp>
      <p:sp>
        <p:nvSpPr>
          <p:cNvPr id="14" name="Google Shape;14;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1pPr>
            <a:lvl2pPr marL="0" marR="0" lvl="1" indent="0" algn="r" rtl="0">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2pPr>
            <a:lvl3pPr marL="0" marR="0" lvl="2" indent="0" algn="r" rtl="0">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3pPr>
            <a:lvl4pPr marL="0" marR="0" lvl="3" indent="0" algn="r" rtl="0">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4pPr>
            <a:lvl5pPr marL="0" marR="0" lvl="4" indent="0" algn="r" rtl="0">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5pPr>
            <a:lvl6pPr marL="0" marR="0" lvl="5" indent="0" algn="r" rtl="0">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6pPr>
            <a:lvl7pPr marL="0" marR="0" lvl="6" indent="0" algn="r" rtl="0">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7pPr>
            <a:lvl8pPr marL="0" marR="0" lvl="7" indent="0" algn="r" rtl="0">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8pPr>
            <a:lvl9pPr marL="0" marR="0" lvl="8" indent="0" algn="r" rtl="0">
              <a:lnSpc>
                <a:spcPct val="100000"/>
              </a:lnSpc>
              <a:spcBef>
                <a:spcPts val="0"/>
              </a:spcBef>
              <a:spcAft>
                <a:spcPts val="0"/>
              </a:spcAft>
              <a:buClr>
                <a:srgbClr val="898989"/>
              </a:buClr>
              <a:buSzPts val="1200"/>
              <a:buFont typeface="Verdana"/>
              <a:buNone/>
              <a:defRPr sz="1200" b="0" i="0" u="none" strike="noStrike" cap="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9.png"/><Relationship Id="rId4" Type="http://schemas.openxmlformats.org/officeDocument/2006/relationships/oleObject" Target="../embeddings/oleObject1.bin"/></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
          <p:cNvSpPr txBox="1">
            <a:spLocks noGrp="1"/>
          </p:cNvSpPr>
          <p:nvPr>
            <p:ph type="ctrTitle"/>
          </p:nvPr>
        </p:nvSpPr>
        <p:spPr>
          <a:xfrm>
            <a:off x="779462" y="1887537"/>
            <a:ext cx="7145337" cy="6413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sz="4000" b="0" i="0" u="none" dirty="0">
                <a:solidFill>
                  <a:schemeClr val="dk1"/>
                </a:solidFill>
                <a:latin typeface="Calibri"/>
                <a:ea typeface="Calibri"/>
                <a:cs typeface="Calibri"/>
                <a:sym typeface="Calibri"/>
              </a:rPr>
              <a:t>Distributed Computing(C</a:t>
            </a:r>
            <a:r>
              <a:rPr lang="en-US" sz="4000" dirty="0"/>
              <a:t>S332</a:t>
            </a:r>
            <a:r>
              <a:rPr lang="en-US" sz="4000" b="0" i="0" u="none" dirty="0">
                <a:solidFill>
                  <a:schemeClr val="dk1"/>
                </a:solidFill>
                <a:latin typeface="Calibri"/>
                <a:ea typeface="Calibri"/>
                <a:cs typeface="Calibri"/>
                <a:sym typeface="Calibri"/>
              </a:rPr>
              <a:t>)</a:t>
            </a:r>
            <a:br>
              <a:rPr lang="en-US" sz="4000" b="0" i="0" u="none" dirty="0">
                <a:solidFill>
                  <a:schemeClr val="dk1"/>
                </a:solidFill>
                <a:latin typeface="Calibri"/>
                <a:ea typeface="Calibri"/>
                <a:cs typeface="Calibri"/>
                <a:sym typeface="Calibri"/>
              </a:rPr>
            </a:br>
            <a:r>
              <a:rPr lang="en-US" sz="4000" b="0" i="0" u="none" dirty="0">
                <a:solidFill>
                  <a:schemeClr val="dk1"/>
                </a:solidFill>
                <a:latin typeface="Calibri"/>
                <a:ea typeface="Calibri"/>
                <a:cs typeface="Calibri"/>
                <a:sym typeface="Calibri"/>
              </a:rPr>
              <a:t>L-3, T-0, P-2, C-4</a:t>
            </a:r>
            <a:endParaRPr dirty="0"/>
          </a:p>
        </p:txBody>
      </p:sp>
      <p:sp>
        <p:nvSpPr>
          <p:cNvPr id="104" name="Google Shape;104;p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rgbClr val="888888"/>
              </a:buClr>
              <a:buSzPts val="3200"/>
              <a:buNone/>
            </a:pPr>
            <a:endParaRPr sz="3200" b="0" i="0" u="none" dirty="0">
              <a:solidFill>
                <a:srgbClr val="898989"/>
              </a:solidFill>
              <a:latin typeface="Calibri"/>
              <a:ea typeface="Calibri"/>
              <a:cs typeface="Calibri"/>
              <a:sym typeface="Calibri"/>
            </a:endParaRPr>
          </a:p>
          <a:p>
            <a:pPr marL="0" lvl="0" indent="0" algn="ctr" rtl="0">
              <a:spcBef>
                <a:spcPts val="640"/>
              </a:spcBef>
              <a:spcAft>
                <a:spcPts val="0"/>
              </a:spcAft>
              <a:buClr>
                <a:srgbClr val="888888"/>
              </a:buClr>
              <a:buSzPts val="3200"/>
              <a:buNone/>
            </a:pPr>
            <a:endParaRPr sz="3200" b="0" i="0" u="none" dirty="0">
              <a:solidFill>
                <a:srgbClr val="898989"/>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44053-508A-4EB8-8E9D-CE91DF995F81}"/>
              </a:ext>
            </a:extLst>
          </p:cNvPr>
          <p:cNvSpPr>
            <a:spLocks noGrp="1"/>
          </p:cNvSpPr>
          <p:nvPr>
            <p:ph type="title"/>
          </p:nvPr>
        </p:nvSpPr>
        <p:spPr/>
        <p:txBody>
          <a:bodyPr/>
          <a:lstStyle/>
          <a:p>
            <a:r>
              <a:rPr lang="en-US" dirty="0"/>
              <a:t>Syllabus</a:t>
            </a:r>
          </a:p>
        </p:txBody>
      </p:sp>
      <p:pic>
        <p:nvPicPr>
          <p:cNvPr id="5" name="Picture 4">
            <a:extLst>
              <a:ext uri="{FF2B5EF4-FFF2-40B4-BE49-F238E27FC236}">
                <a16:creationId xmlns:a16="http://schemas.microsoft.com/office/drawing/2014/main" id="{0E876C86-6CF0-4286-B8D1-6F94F43D2F49}"/>
              </a:ext>
            </a:extLst>
          </p:cNvPr>
          <p:cNvPicPr>
            <a:picLocks noChangeAspect="1"/>
          </p:cNvPicPr>
          <p:nvPr/>
        </p:nvPicPr>
        <p:blipFill>
          <a:blip r:embed="rId2"/>
          <a:stretch>
            <a:fillRect/>
          </a:stretch>
        </p:blipFill>
        <p:spPr>
          <a:xfrm>
            <a:off x="599089" y="1170571"/>
            <a:ext cx="8229600" cy="5247004"/>
          </a:xfrm>
          <a:prstGeom prst="rect">
            <a:avLst/>
          </a:prstGeom>
        </p:spPr>
      </p:pic>
    </p:spTree>
    <p:extLst>
      <p:ext uri="{BB962C8B-B14F-4D97-AF65-F5344CB8AC3E}">
        <p14:creationId xmlns:p14="http://schemas.microsoft.com/office/powerpoint/2010/main" val="3309878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7CB48-B40F-4CCC-9315-7F53061DDD22}"/>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F539EB1F-15DB-4423-8E08-9A3D22DC1F6D}"/>
              </a:ext>
            </a:extLst>
          </p:cNvPr>
          <p:cNvPicPr>
            <a:picLocks noChangeAspect="1"/>
          </p:cNvPicPr>
          <p:nvPr/>
        </p:nvPicPr>
        <p:blipFill>
          <a:blip r:embed="rId2"/>
          <a:stretch>
            <a:fillRect/>
          </a:stretch>
        </p:blipFill>
        <p:spPr>
          <a:xfrm>
            <a:off x="548264" y="516375"/>
            <a:ext cx="8047472" cy="5665076"/>
          </a:xfrm>
          <a:prstGeom prst="rect">
            <a:avLst/>
          </a:prstGeom>
        </p:spPr>
      </p:pic>
    </p:spTree>
    <p:extLst>
      <p:ext uri="{BB962C8B-B14F-4D97-AF65-F5344CB8AC3E}">
        <p14:creationId xmlns:p14="http://schemas.microsoft.com/office/powerpoint/2010/main" val="861356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C0327-DD25-4594-919E-8B383F8E46E8}"/>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9CAD95E-0C75-4F82-875D-D0CAB512FF2A}"/>
              </a:ext>
            </a:extLst>
          </p:cNvPr>
          <p:cNvSpPr>
            <a:spLocks noGrp="1"/>
          </p:cNvSpPr>
          <p:nvPr>
            <p:ph type="body" idx="1"/>
          </p:nvPr>
        </p:nvSpPr>
        <p:spPr/>
        <p:txBody>
          <a:bodyPr/>
          <a:lstStyle/>
          <a:p>
            <a:endParaRPr lang="en-US" dirty="0"/>
          </a:p>
        </p:txBody>
      </p:sp>
      <p:pic>
        <p:nvPicPr>
          <p:cNvPr id="6" name="Picture 5">
            <a:extLst>
              <a:ext uri="{FF2B5EF4-FFF2-40B4-BE49-F238E27FC236}">
                <a16:creationId xmlns:a16="http://schemas.microsoft.com/office/drawing/2014/main" id="{C9BF3C62-E0A2-421D-93D5-9D24E80AD357}"/>
              </a:ext>
            </a:extLst>
          </p:cNvPr>
          <p:cNvPicPr>
            <a:picLocks noChangeAspect="1"/>
          </p:cNvPicPr>
          <p:nvPr/>
        </p:nvPicPr>
        <p:blipFill>
          <a:blip r:embed="rId2"/>
          <a:stretch>
            <a:fillRect/>
          </a:stretch>
        </p:blipFill>
        <p:spPr>
          <a:xfrm>
            <a:off x="457200" y="664198"/>
            <a:ext cx="8397766" cy="1872003"/>
          </a:xfrm>
          <a:prstGeom prst="rect">
            <a:avLst/>
          </a:prstGeom>
        </p:spPr>
      </p:pic>
    </p:spTree>
    <p:extLst>
      <p:ext uri="{BB962C8B-B14F-4D97-AF65-F5344CB8AC3E}">
        <p14:creationId xmlns:p14="http://schemas.microsoft.com/office/powerpoint/2010/main" val="897613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txBox="1"/>
          <p:nvPr/>
        </p:nvSpPr>
        <p:spPr>
          <a:xfrm>
            <a:off x="762000" y="517525"/>
            <a:ext cx="4298950" cy="64135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3600"/>
              <a:buFont typeface="Times New Roman"/>
              <a:buNone/>
            </a:pPr>
            <a:r>
              <a:rPr lang="en-US" sz="3600" b="0" i="0" u="none" strike="noStrike" cap="none">
                <a:solidFill>
                  <a:schemeClr val="dk1"/>
                </a:solidFill>
                <a:latin typeface="Times New Roman"/>
                <a:ea typeface="Times New Roman"/>
                <a:cs typeface="Times New Roman"/>
                <a:sym typeface="Times New Roman"/>
              </a:rPr>
              <a:t>Textbook &amp; Readings</a:t>
            </a:r>
            <a:r>
              <a:rPr lang="en-US" sz="2400" b="0" i="0" u="none" strike="noStrike" cap="none">
                <a:solidFill>
                  <a:schemeClr val="dk1"/>
                </a:solidFill>
                <a:latin typeface="Times New Roman"/>
                <a:ea typeface="Times New Roman"/>
                <a:cs typeface="Times New Roman"/>
                <a:sym typeface="Times New Roman"/>
              </a:rPr>
              <a:t> </a:t>
            </a:r>
            <a:endParaRPr/>
          </a:p>
        </p:txBody>
      </p:sp>
      <p:pic>
        <p:nvPicPr>
          <p:cNvPr id="115" name="Google Shape;115;p3"/>
          <p:cNvPicPr preferRelativeResize="0"/>
          <p:nvPr/>
        </p:nvPicPr>
        <p:blipFill rotWithShape="1">
          <a:blip r:embed="rId3">
            <a:alphaModFix/>
          </a:blip>
          <a:srcRect/>
          <a:stretch/>
        </p:blipFill>
        <p:spPr>
          <a:xfrm>
            <a:off x="1030225" y="3320300"/>
            <a:ext cx="3195635" cy="279400"/>
          </a:xfrm>
          <a:prstGeom prst="rect">
            <a:avLst/>
          </a:prstGeom>
          <a:noFill/>
          <a:ln>
            <a:noFill/>
          </a:ln>
        </p:spPr>
      </p:pic>
      <p:pic>
        <p:nvPicPr>
          <p:cNvPr id="116" name="Google Shape;116;p3"/>
          <p:cNvPicPr preferRelativeResize="0"/>
          <p:nvPr/>
        </p:nvPicPr>
        <p:blipFill>
          <a:blip r:embed="rId4">
            <a:alphaModFix/>
          </a:blip>
          <a:stretch>
            <a:fillRect/>
          </a:stretch>
        </p:blipFill>
        <p:spPr>
          <a:xfrm>
            <a:off x="838200" y="1329575"/>
            <a:ext cx="6687300" cy="1990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4"/>
          <p:cNvSpPr txBox="1">
            <a:spLocks noGrp="1"/>
          </p:cNvSpPr>
          <p:nvPr>
            <p:ph type="body" idx="1"/>
          </p:nvPr>
        </p:nvSpPr>
        <p:spPr>
          <a:xfrm>
            <a:off x="457200" y="1295400"/>
            <a:ext cx="8229600" cy="4525962"/>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2400"/>
              <a:buFont typeface="Arial"/>
              <a:buNone/>
            </a:pPr>
            <a:r>
              <a:rPr lang="en-US" sz="2400" b="1" i="0" u="none" strike="noStrike" cap="none">
                <a:solidFill>
                  <a:schemeClr val="dk1"/>
                </a:solidFill>
                <a:latin typeface="Calibri"/>
                <a:ea typeface="Calibri"/>
                <a:cs typeface="Calibri"/>
                <a:sym typeface="Calibri"/>
              </a:rPr>
              <a:t>Assignments:</a:t>
            </a:r>
            <a:endParaRPr/>
          </a:p>
          <a:p>
            <a:pPr marL="0" marR="0" lvl="0" indent="0" algn="just" rtl="0">
              <a:lnSpc>
                <a:spcPct val="100000"/>
              </a:lnSpc>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This course will involve listening to lectures, reading papers, writing  reviews of  papers, participating in class discussions, presenting papers and leading class discussions.</a:t>
            </a:r>
            <a:endParaRPr/>
          </a:p>
          <a:p>
            <a:pPr marL="0" marR="0" lvl="0" indent="0" algn="just" rtl="0">
              <a:lnSpc>
                <a:spcPct val="100000"/>
              </a:lnSpc>
              <a:spcBef>
                <a:spcPts val="480"/>
              </a:spcBef>
              <a:spcAft>
                <a:spcPts val="0"/>
              </a:spcAft>
              <a:buClr>
                <a:schemeClr val="dk1"/>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just" rtl="0">
              <a:lnSpc>
                <a:spcPct val="100000"/>
              </a:lnSpc>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Students will be required to write reviews for papers they read.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Prologue</a:t>
            </a:r>
            <a:endParaRPr/>
          </a:p>
        </p:txBody>
      </p:sp>
      <p:sp>
        <p:nvSpPr>
          <p:cNvPr id="127" name="Google Shape;127;p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Since 1945, computer systems are undergoing a revolution</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Until 1985, computers were large and expensive</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After 1980, two advances in technology began – microprocessors, computer networks</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Result – computer networks/distributed systems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6"/>
          <p:cNvSpPr txBox="1">
            <a:spLocks noGrp="1"/>
          </p:cNvSpPr>
          <p:nvPr>
            <p:ph type="title"/>
          </p:nvPr>
        </p:nvSpPr>
        <p:spPr>
          <a:xfrm>
            <a:off x="457200" y="457200"/>
            <a:ext cx="8229600" cy="7159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en-US" sz="3600" b="1" i="0" u="none">
                <a:solidFill>
                  <a:schemeClr val="dk1"/>
                </a:solidFill>
                <a:latin typeface="Calibri"/>
                <a:ea typeface="Calibri"/>
                <a:cs typeface="Calibri"/>
                <a:sym typeface="Calibri"/>
              </a:rPr>
              <a:t>Distributed (Computing) System (DCS): Definition</a:t>
            </a:r>
            <a:br>
              <a:rPr lang="en-US" sz="3600" b="1" i="0" u="none">
                <a:solidFill>
                  <a:schemeClr val="dk1"/>
                </a:solidFill>
                <a:latin typeface="Calibri"/>
                <a:ea typeface="Calibri"/>
                <a:cs typeface="Calibri"/>
                <a:sym typeface="Calibri"/>
              </a:rPr>
            </a:br>
            <a:endParaRPr/>
          </a:p>
        </p:txBody>
      </p:sp>
      <p:sp>
        <p:nvSpPr>
          <p:cNvPr id="133" name="Google Shape;133;p6"/>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64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64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64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64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strike="noStrike" cap="none">
                <a:solidFill>
                  <a:schemeClr val="dk1"/>
                </a:solidFill>
                <a:latin typeface="Calibri"/>
                <a:ea typeface="Calibri"/>
                <a:cs typeface="Calibri"/>
                <a:sym typeface="Calibri"/>
              </a:rPr>
              <a:t>(a) tightly coupled – parallel processing systems</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strike="noStrike" cap="none">
                <a:solidFill>
                  <a:schemeClr val="dk1"/>
                </a:solidFill>
                <a:latin typeface="Calibri"/>
                <a:ea typeface="Calibri"/>
                <a:cs typeface="Calibri"/>
                <a:sym typeface="Calibri"/>
              </a:rPr>
              <a:t>(b) Loosely coupled – distributed computing systems</a:t>
            </a:r>
            <a:endParaRPr/>
          </a:p>
          <a:p>
            <a:pPr marL="342900" marR="0" lvl="0" indent="-139700" algn="l" rtl="0">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p:txBody>
      </p:sp>
      <p:pic>
        <p:nvPicPr>
          <p:cNvPr id="134" name="Google Shape;134;p6" descr="Figure 1.1 from Chflptcr 1 Fundamentals 1.1 What Is a Distrisutcd Computing  Svstcm? | Semantic Scholar"/>
          <p:cNvPicPr preferRelativeResize="0"/>
          <p:nvPr/>
        </p:nvPicPr>
        <p:blipFill rotWithShape="1">
          <a:blip r:embed="rId3">
            <a:alphaModFix/>
          </a:blip>
          <a:srcRect/>
          <a:stretch/>
        </p:blipFill>
        <p:spPr>
          <a:xfrm>
            <a:off x="2819400" y="1447800"/>
            <a:ext cx="3324225" cy="30797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7"/>
          <p:cNvSpPr txBox="1"/>
          <p:nvPr/>
        </p:nvSpPr>
        <p:spPr>
          <a:xfrm>
            <a:off x="457200" y="76200"/>
            <a:ext cx="8305800" cy="43084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800"/>
              <a:buFont typeface="Calibri"/>
              <a:buNone/>
            </a:pPr>
            <a:r>
              <a:rPr lang="en-US" sz="2800" b="1" i="0" u="none" strike="noStrike" cap="none">
                <a:solidFill>
                  <a:schemeClr val="dk1"/>
                </a:solidFill>
                <a:latin typeface="Calibri"/>
                <a:ea typeface="Calibri"/>
                <a:cs typeface="Calibri"/>
                <a:sym typeface="Calibri"/>
              </a:rPr>
              <a:t>Distributed System (DS): Definition</a:t>
            </a:r>
            <a:endParaRPr/>
          </a:p>
          <a:p>
            <a:pPr marL="0" marR="0" lvl="0" indent="0" algn="l" rtl="0">
              <a:lnSpc>
                <a:spcPct val="100000"/>
              </a:lnSpc>
              <a:spcBef>
                <a:spcPts val="1200"/>
              </a:spcBef>
              <a:spcAft>
                <a:spcPts val="0"/>
              </a:spcAft>
              <a:buClr>
                <a:schemeClr val="dk1"/>
              </a:buClr>
              <a:buSzPts val="2400"/>
              <a:buFont typeface="Calibri"/>
              <a:buNone/>
            </a:pPr>
            <a:r>
              <a:rPr lang="en-US" sz="2400" b="0" i="0" u="none" strike="noStrike" cap="none">
                <a:solidFill>
                  <a:schemeClr val="dk1"/>
                </a:solidFill>
                <a:latin typeface="Calibri"/>
                <a:ea typeface="Calibri"/>
                <a:cs typeface="Calibri"/>
                <a:sym typeface="Calibri"/>
              </a:rPr>
              <a:t>A distributed system is  </a:t>
            </a:r>
            <a:br>
              <a:rPr lang="en-US" sz="2400" b="0" i="0" u="none" strike="noStrike" cap="none">
                <a:solidFill>
                  <a:schemeClr val="dk1"/>
                </a:solidFill>
                <a:latin typeface="Calibri"/>
                <a:ea typeface="Calibri"/>
                <a:cs typeface="Calibri"/>
                <a:sym typeface="Calibri"/>
              </a:rPr>
            </a:br>
            <a:r>
              <a:rPr lang="en-US" sz="2400" b="0" i="0" u="none" strike="noStrike" cap="none">
                <a:solidFill>
                  <a:schemeClr val="dk1"/>
                </a:solidFill>
                <a:latin typeface="Calibri"/>
                <a:ea typeface="Calibri"/>
                <a:cs typeface="Calibri"/>
                <a:sym typeface="Calibri"/>
              </a:rPr>
              <a:t>- a collection of independent computers that appears to its users as a single coherent system</a:t>
            </a:r>
            <a:endParaRPr/>
          </a:p>
          <a:p>
            <a:pPr marL="0" marR="0" lvl="0" indent="0" algn="l" rtl="0">
              <a:lnSpc>
                <a:spcPct val="100000"/>
              </a:lnSpc>
              <a:spcBef>
                <a:spcPts val="0"/>
              </a:spcBef>
              <a:spcAft>
                <a:spcPts val="0"/>
              </a:spcAft>
              <a:buClr>
                <a:schemeClr val="dk1"/>
              </a:buClr>
              <a:buSzPts val="2400"/>
              <a:buFont typeface="Calibri"/>
              <a:buNone/>
            </a:pPr>
            <a:r>
              <a:rPr lang="en-US" sz="2400" b="0" i="0" u="none" strike="noStrike" cap="none">
                <a:solidFill>
                  <a:schemeClr val="dk1"/>
                </a:solidFill>
                <a:latin typeface="Calibri"/>
                <a:ea typeface="Calibri"/>
                <a:cs typeface="Calibri"/>
                <a:sym typeface="Calibri"/>
              </a:rPr>
              <a:t>- one in which components located at networked computers communicate and coordinate their actions only by passing messages</a:t>
            </a:r>
            <a:endParaRPr/>
          </a:p>
          <a:p>
            <a:pPr marL="0" marR="0" lvl="0" indent="0" algn="l" rtl="0">
              <a:lnSpc>
                <a:spcPct val="100000"/>
              </a:lnSpc>
              <a:spcBef>
                <a:spcPts val="100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Two aspects:</a:t>
            </a:r>
            <a:r>
              <a:rPr lang="en-US" sz="2000" b="0" i="0" u="none" strike="noStrike" cap="none">
                <a:solidFill>
                  <a:schemeClr val="dk1"/>
                </a:solidFill>
                <a:latin typeface="Calibri"/>
                <a:ea typeface="Calibri"/>
                <a:cs typeface="Calibri"/>
                <a:sym typeface="Calibri"/>
              </a:rPr>
              <a:t> 	</a:t>
            </a:r>
            <a:endParaRPr/>
          </a:p>
          <a:p>
            <a:pPr marL="0" marR="0" lvl="0" indent="0" algn="l" rtl="0">
              <a:lnSpc>
                <a:spcPct val="100000"/>
              </a:lnSpc>
              <a:spcBef>
                <a:spcPts val="1000"/>
              </a:spcBef>
              <a:spcAft>
                <a:spcPts val="0"/>
              </a:spcAft>
              <a:buClr>
                <a:schemeClr val="dk1"/>
              </a:buClr>
              <a:buSzPts val="2000"/>
              <a:buFont typeface="Calibri"/>
              <a:buNone/>
            </a:pPr>
            <a:r>
              <a:rPr lang="en-US" sz="2000" b="0" i="0" u="none" strike="noStrike" cap="none">
                <a:solidFill>
                  <a:schemeClr val="dk1"/>
                </a:solidFill>
                <a:latin typeface="Calibri"/>
                <a:ea typeface="Calibri"/>
                <a:cs typeface="Calibri"/>
                <a:sym typeface="Calibri"/>
              </a:rPr>
              <a:t> (1) hardware - autonomous computers</a:t>
            </a:r>
            <a:endParaRPr/>
          </a:p>
          <a:p>
            <a:pPr marL="0" marR="0" lvl="0" indent="0" algn="l" rtl="0">
              <a:lnSpc>
                <a:spcPct val="100000"/>
              </a:lnSpc>
              <a:spcBef>
                <a:spcPts val="1000"/>
              </a:spcBef>
              <a:spcAft>
                <a:spcPts val="0"/>
              </a:spcAft>
              <a:buClr>
                <a:schemeClr val="dk1"/>
              </a:buClr>
              <a:buSzPts val="2000"/>
              <a:buFont typeface="Calibri"/>
              <a:buNone/>
            </a:pPr>
            <a:r>
              <a:rPr lang="en-US" sz="2000" b="0" i="0" u="none" strike="noStrike" cap="none">
                <a:solidFill>
                  <a:schemeClr val="dk1"/>
                </a:solidFill>
                <a:latin typeface="Calibri"/>
                <a:ea typeface="Calibri"/>
                <a:cs typeface="Calibri"/>
                <a:sym typeface="Calibri"/>
              </a:rPr>
              <a:t> (2) software – users think they are dealing with a single system</a:t>
            </a:r>
            <a:endParaRPr/>
          </a:p>
        </p:txBody>
      </p:sp>
      <p:pic>
        <p:nvPicPr>
          <p:cNvPr id="141" name="Google Shape;141;p7"/>
          <p:cNvPicPr preferRelativeResize="0"/>
          <p:nvPr/>
        </p:nvPicPr>
        <p:blipFill rotWithShape="1">
          <a:blip r:embed="rId3">
            <a:alphaModFix/>
          </a:blip>
          <a:srcRect/>
          <a:stretch/>
        </p:blipFill>
        <p:spPr>
          <a:xfrm>
            <a:off x="4191000" y="4413250"/>
            <a:ext cx="4667250" cy="2444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Characteristics of DS</a:t>
            </a:r>
            <a:endParaRPr/>
          </a:p>
        </p:txBody>
      </p:sp>
      <p:sp>
        <p:nvSpPr>
          <p:cNvPr id="147" name="Google Shape;147;p8"/>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Hidden from the users: differences between various computers and the way they communicate in between</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Users and applications interact with DS in a consistent and uniform way regardless of time and place</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Should be easy to expand and scale</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Continuous available </a:t>
            </a:r>
            <a:endParaRPr/>
          </a:p>
          <a:p>
            <a:pPr marL="342900" marR="0" lvl="0" indent="-139700" algn="l" rtl="0">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Why DS gaining popularity?</a:t>
            </a:r>
            <a:endParaRPr/>
          </a:p>
        </p:txBody>
      </p:sp>
      <p:sp>
        <p:nvSpPr>
          <p:cNvPr id="153" name="Google Shape;153;p9"/>
          <p:cNvSpPr txBox="1">
            <a:spLocks noGrp="1"/>
          </p:cNvSpPr>
          <p:nvPr>
            <p:ph type="body" idx="1"/>
          </p:nvPr>
        </p:nvSpPr>
        <p:spPr>
          <a:xfrm>
            <a:off x="533400" y="12954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Inherently distributed applications</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Information sharing among distributed users</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Resource sharing</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Better price-performance ratio</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Shorter response times and higher throughput</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Higher reliability – degree of tolerance against failures/errors</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Extensibility and incremental growth</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Better flexibility in meeting users’needs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0"/>
          <p:cNvSpPr txBox="1">
            <a:spLocks noGrp="1"/>
          </p:cNvSpPr>
          <p:nvPr>
            <p:ph type="title"/>
          </p:nvPr>
        </p:nvSpPr>
        <p:spPr>
          <a:xfrm>
            <a:off x="457200" y="274637"/>
            <a:ext cx="8229600" cy="7159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Examples of DS</a:t>
            </a:r>
            <a:endParaRPr/>
          </a:p>
        </p:txBody>
      </p:sp>
      <p:sp>
        <p:nvSpPr>
          <p:cNvPr id="159" name="Google Shape;159;p10"/>
          <p:cNvSpPr txBox="1">
            <a:spLocks noGrp="1"/>
          </p:cNvSpPr>
          <p:nvPr>
            <p:ph type="body" idx="1"/>
          </p:nvPr>
        </p:nvSpPr>
        <p:spPr>
          <a:xfrm>
            <a:off x="457200" y="1066800"/>
            <a:ext cx="8229600" cy="5181600"/>
          </a:xfrm>
          <a:prstGeom prst="rect">
            <a:avLst/>
          </a:prstGeom>
          <a:noFill/>
          <a:ln>
            <a:noFill/>
          </a:ln>
        </p:spPr>
        <p:txBody>
          <a:bodyPr spcFirstLastPara="1" wrap="square" lIns="91425" tIns="45700" rIns="91425" bIns="45700" anchor="t" anchorCtr="0">
            <a:noAutofit/>
          </a:bodyPr>
          <a:lstStyle/>
          <a:p>
            <a:pPr marL="342900" marR="0" lvl="0" indent="-279400" algn="l" rtl="0">
              <a:lnSpc>
                <a:spcPct val="80000"/>
              </a:lnSpc>
              <a:spcBef>
                <a:spcPts val="0"/>
              </a:spcBef>
              <a:spcAft>
                <a:spcPts val="0"/>
              </a:spcAft>
              <a:buClr>
                <a:schemeClr val="dk1"/>
              </a:buClr>
              <a:buSzPts val="1000"/>
              <a:buFont typeface="Arial"/>
              <a:buNone/>
            </a:pPr>
            <a:endParaRPr sz="1000" b="0" i="0" u="none">
              <a:solidFill>
                <a:schemeClr val="dk1"/>
              </a:solidFill>
              <a:latin typeface="Calibri"/>
              <a:ea typeface="Calibri"/>
              <a:cs typeface="Calibri"/>
              <a:sym typeface="Calibri"/>
            </a:endParaRPr>
          </a:p>
          <a:p>
            <a:pPr marL="342900" marR="0" lvl="0" indent="-342900" algn="l" rtl="0">
              <a:lnSpc>
                <a:spcPct val="80000"/>
              </a:lnSpc>
              <a:spcBef>
                <a:spcPts val="56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Network of workstations (NOW): a group of networked personal workstations connected to one or more server machines.</a:t>
            </a:r>
            <a:endParaRPr/>
          </a:p>
          <a:p>
            <a:pPr marL="342900" marR="0" lvl="0" indent="-342900" algn="l" rtl="0">
              <a:lnSpc>
                <a:spcPct val="80000"/>
              </a:lnSpc>
              <a:spcBef>
                <a:spcPts val="56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The Internet/WWW</a:t>
            </a:r>
            <a:endParaRPr/>
          </a:p>
          <a:p>
            <a:pPr marL="342900" marR="0" lvl="0" indent="-342900" algn="l" rtl="0">
              <a:lnSpc>
                <a:spcPct val="80000"/>
              </a:lnSpc>
              <a:spcBef>
                <a:spcPts val="56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An intranet: a network of computers and workstations within an organization, separated from the Internet via a protective device (a firewall).</a:t>
            </a:r>
            <a:endParaRPr/>
          </a:p>
          <a:p>
            <a:pPr marL="342900" marR="0" lvl="0" indent="-342900" algn="l" rtl="0">
              <a:lnSpc>
                <a:spcPct val="80000"/>
              </a:lnSpc>
              <a:spcBef>
                <a:spcPts val="56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A large-scale distributed system – eBay</a:t>
            </a:r>
            <a:endParaRPr/>
          </a:p>
          <a:p>
            <a:pPr marL="342900" marR="0" lvl="0" indent="-342900" algn="l" rtl="0">
              <a:lnSpc>
                <a:spcPct val="80000"/>
              </a:lnSpc>
              <a:spcBef>
                <a:spcPts val="56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Collection of Web servers: distributed database of hypertext and multimedia documents.</a:t>
            </a:r>
            <a:endParaRPr/>
          </a:p>
          <a:p>
            <a:pPr marL="342900" marR="0" lvl="0" indent="-342900" algn="l" rtl="0">
              <a:lnSpc>
                <a:spcPct val="80000"/>
              </a:lnSpc>
              <a:spcBef>
                <a:spcPts val="56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Distributed file system on a LAN</a:t>
            </a:r>
            <a:endParaRPr/>
          </a:p>
          <a:p>
            <a:pPr marL="342900" marR="0" lvl="0" indent="-342900" algn="l" rtl="0">
              <a:lnSpc>
                <a:spcPct val="80000"/>
              </a:lnSpc>
              <a:spcBef>
                <a:spcPts val="56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Domain Name Service (DNS)</a:t>
            </a:r>
            <a:endParaRPr/>
          </a:p>
          <a:p>
            <a:pPr marL="342900" marR="0" lvl="0" indent="-342900" algn="l" rtl="0">
              <a:lnSpc>
                <a:spcPct val="80000"/>
              </a:lnSpc>
              <a:spcBef>
                <a:spcPts val="56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DBMS</a:t>
            </a:r>
            <a:endParaRPr/>
          </a:p>
          <a:p>
            <a:pPr marL="342900" marR="0" lvl="0" indent="-342900" algn="l" rtl="0">
              <a:lnSpc>
                <a:spcPct val="80000"/>
              </a:lnSpc>
              <a:spcBef>
                <a:spcPts val="56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ATM network</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Types of DS</a:t>
            </a:r>
            <a:endParaRPr/>
          </a:p>
        </p:txBody>
      </p:sp>
      <p:sp>
        <p:nvSpPr>
          <p:cNvPr id="165" name="Google Shape;165;p11"/>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Distributed Computing Systems – cluster, grid, cloud, etc.</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Distributed Information Systems – TPS, Enterprise application integration</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Distributed Pervasive Systems – Home systems, Electronic health care systems, Sensor networks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2"/>
          <p:cNvSpPr txBox="1"/>
          <p:nvPr/>
        </p:nvSpPr>
        <p:spPr>
          <a:xfrm>
            <a:off x="685800" y="304800"/>
            <a:ext cx="7620000" cy="584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Calibri"/>
              <a:buNone/>
            </a:pPr>
            <a:r>
              <a:rPr lang="en-US" sz="3200" b="1" i="0" u="none" strike="noStrike" cap="none">
                <a:solidFill>
                  <a:schemeClr val="dk1"/>
                </a:solidFill>
                <a:latin typeface="Calibri"/>
                <a:ea typeface="Calibri"/>
                <a:cs typeface="Calibri"/>
                <a:sym typeface="Calibri"/>
              </a:rPr>
              <a:t>Goals of DS</a:t>
            </a:r>
            <a:endParaRPr/>
          </a:p>
        </p:txBody>
      </p:sp>
      <p:sp>
        <p:nvSpPr>
          <p:cNvPr id="172" name="Google Shape;172;p12"/>
          <p:cNvSpPr txBox="1"/>
          <p:nvPr/>
        </p:nvSpPr>
        <p:spPr>
          <a:xfrm>
            <a:off x="685800" y="1219200"/>
            <a:ext cx="7391400" cy="5508625"/>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0000"/>
              </a:lnSpc>
              <a:spcBef>
                <a:spcPts val="0"/>
              </a:spcBef>
              <a:spcAft>
                <a:spcPts val="0"/>
              </a:spcAft>
              <a:buClr>
                <a:schemeClr val="dk1"/>
              </a:buClr>
              <a:buSzPts val="2400"/>
              <a:buFont typeface="Calibri"/>
              <a:buChar char="•"/>
            </a:pPr>
            <a:r>
              <a:rPr lang="en-US" sz="2400" b="1" i="0" u="none" strike="noStrike" cap="none">
                <a:solidFill>
                  <a:schemeClr val="dk1"/>
                </a:solidFill>
                <a:latin typeface="Calibri"/>
                <a:ea typeface="Calibri"/>
                <a:cs typeface="Calibri"/>
                <a:sym typeface="Calibri"/>
              </a:rPr>
              <a:t>Allow users to access and share resources</a:t>
            </a:r>
            <a:endParaRPr/>
          </a:p>
          <a:p>
            <a:pPr marL="457200" marR="0" lvl="0" indent="-457200" algn="l" rtl="0">
              <a:lnSpc>
                <a:spcPct val="100000"/>
              </a:lnSpc>
              <a:spcBef>
                <a:spcPts val="1200"/>
              </a:spcBef>
              <a:spcAft>
                <a:spcPts val="0"/>
              </a:spcAft>
              <a:buClr>
                <a:schemeClr val="dk1"/>
              </a:buClr>
              <a:buSzPts val="2400"/>
              <a:buFont typeface="Calibri"/>
              <a:buChar char="•"/>
            </a:pPr>
            <a:r>
              <a:rPr lang="en-US" sz="2400" b="1" i="0" u="none" strike="noStrike" cap="none">
                <a:solidFill>
                  <a:schemeClr val="dk1"/>
                </a:solidFill>
                <a:latin typeface="Calibri"/>
                <a:ea typeface="Calibri"/>
                <a:cs typeface="Calibri"/>
                <a:sym typeface="Calibri"/>
              </a:rPr>
              <a:t>Transparency</a:t>
            </a:r>
            <a:endParaRPr/>
          </a:p>
          <a:p>
            <a:pPr marL="914400" marR="0" lvl="1" indent="-4572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To hide the fact that its processes and resources are physically distributed across multiple computers</a:t>
            </a:r>
            <a:endParaRPr/>
          </a:p>
          <a:p>
            <a:pPr marL="914400" marR="0" lvl="1" indent="-4572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A DS that is able to present itself to users and applications as if it were only a single computer system is said to be transparent</a:t>
            </a:r>
            <a:endParaRPr/>
          </a:p>
          <a:p>
            <a:pPr marL="457200" marR="0" lvl="0" indent="-457200" algn="l" rtl="0">
              <a:lnSpc>
                <a:spcPct val="100000"/>
              </a:lnSpc>
              <a:spcBef>
                <a:spcPts val="1200"/>
              </a:spcBef>
              <a:spcAft>
                <a:spcPts val="0"/>
              </a:spcAft>
              <a:buClr>
                <a:schemeClr val="dk1"/>
              </a:buClr>
              <a:buSzPts val="2400"/>
              <a:buFont typeface="Calibri"/>
              <a:buChar char="•"/>
            </a:pPr>
            <a:r>
              <a:rPr lang="en-US" sz="2400" b="1" i="0" u="none" strike="noStrike" cap="none">
                <a:solidFill>
                  <a:schemeClr val="dk1"/>
                </a:solidFill>
                <a:latin typeface="Calibri"/>
                <a:ea typeface="Calibri"/>
                <a:cs typeface="Calibri"/>
                <a:sym typeface="Calibri"/>
              </a:rPr>
              <a:t>Openness</a:t>
            </a:r>
            <a:endParaRPr/>
          </a:p>
          <a:p>
            <a:pPr marL="914400" marR="0" lvl="1" indent="-4572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To offer services according to standard rules that describe the syntax and semantics of those services</a:t>
            </a:r>
            <a:endParaRPr/>
          </a:p>
          <a:p>
            <a:pPr marL="914400" marR="0" lvl="1" indent="-4572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E.g., specify interfaces using an interface definition language (IDL)</a:t>
            </a:r>
            <a:endParaRPr/>
          </a:p>
          <a:p>
            <a:pPr marL="457200" marR="0" lvl="0" indent="-457200" algn="l" rtl="0">
              <a:lnSpc>
                <a:spcPct val="100000"/>
              </a:lnSpc>
              <a:spcBef>
                <a:spcPts val="1200"/>
              </a:spcBef>
              <a:spcAft>
                <a:spcPts val="0"/>
              </a:spcAft>
              <a:buClr>
                <a:schemeClr val="dk1"/>
              </a:buClr>
              <a:buSzPts val="2400"/>
              <a:buFont typeface="Calibri"/>
              <a:buChar char="•"/>
            </a:pPr>
            <a:r>
              <a:rPr lang="en-US" sz="2400" b="1" i="0" u="none" strike="noStrike" cap="none">
                <a:solidFill>
                  <a:schemeClr val="dk1"/>
                </a:solidFill>
                <a:latin typeface="Calibri"/>
                <a:ea typeface="Calibri"/>
                <a:cs typeface="Calibri"/>
                <a:sym typeface="Calibri"/>
              </a:rPr>
              <a:t>Scalability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3"/>
          <p:cNvSpPr txBox="1"/>
          <p:nvPr/>
        </p:nvSpPr>
        <p:spPr>
          <a:xfrm>
            <a:off x="685800" y="177800"/>
            <a:ext cx="7848600" cy="584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Calibri"/>
              <a:buNone/>
            </a:pPr>
            <a:r>
              <a:rPr lang="en-US" sz="3200" b="1" i="0" u="none" strike="noStrike" cap="none">
                <a:solidFill>
                  <a:schemeClr val="dk1"/>
                </a:solidFill>
                <a:latin typeface="Calibri"/>
                <a:ea typeface="Calibri"/>
                <a:cs typeface="Calibri"/>
                <a:sym typeface="Calibri"/>
              </a:rPr>
              <a:t>Transparency</a:t>
            </a:r>
            <a:endParaRPr/>
          </a:p>
        </p:txBody>
      </p:sp>
      <p:pic>
        <p:nvPicPr>
          <p:cNvPr id="179" name="Google Shape;179;p13"/>
          <p:cNvPicPr preferRelativeResize="0"/>
          <p:nvPr/>
        </p:nvPicPr>
        <p:blipFill rotWithShape="1">
          <a:blip r:embed="rId3">
            <a:alphaModFix/>
          </a:blip>
          <a:srcRect/>
          <a:stretch/>
        </p:blipFill>
        <p:spPr>
          <a:xfrm>
            <a:off x="990600" y="901700"/>
            <a:ext cx="7543800" cy="534511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4"/>
          <p:cNvSpPr txBox="1">
            <a:spLocks noGrp="1"/>
          </p:cNvSpPr>
          <p:nvPr>
            <p:ph type="title"/>
          </p:nvPr>
        </p:nvSpPr>
        <p:spPr>
          <a:xfrm>
            <a:off x="457200" y="274637"/>
            <a:ext cx="8229600" cy="7159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Cont..</a:t>
            </a:r>
            <a:endParaRPr/>
          </a:p>
        </p:txBody>
      </p:sp>
      <p:sp>
        <p:nvSpPr>
          <p:cNvPr id="185" name="Google Shape;185;p14"/>
          <p:cNvSpPr txBox="1">
            <a:spLocks noGrp="1"/>
          </p:cNvSpPr>
          <p:nvPr>
            <p:ph type="body" idx="1"/>
          </p:nvPr>
        </p:nvSpPr>
        <p:spPr>
          <a:xfrm>
            <a:off x="457200" y="990600"/>
            <a:ext cx="8229600" cy="51355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Access Transparency </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libri"/>
                <a:ea typeface="Calibri"/>
                <a:cs typeface="Calibri"/>
                <a:sym typeface="Calibri"/>
              </a:rPr>
              <a:t>ex. Send an integer from Intel system(little endian)  to SPARC(big endian)</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libri"/>
                <a:ea typeface="Calibri"/>
                <a:cs typeface="Calibri"/>
                <a:sym typeface="Calibri"/>
              </a:rPr>
              <a:t>Difference in data representations due to different Oss</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Location Transparency</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libri"/>
                <a:ea typeface="Calibri"/>
                <a:cs typeface="Calibri"/>
                <a:sym typeface="Calibri"/>
              </a:rPr>
              <a:t>Can be achieved by assigning only logical names</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libri"/>
                <a:ea typeface="Calibri"/>
                <a:cs typeface="Calibri"/>
                <a:sym typeface="Calibri"/>
              </a:rPr>
              <a:t>Ex. URL framing</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Replication Transparency</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libri"/>
                <a:ea typeface="Calibri"/>
                <a:cs typeface="Calibri"/>
                <a:sym typeface="Calibri"/>
              </a:rPr>
              <a:t>It is necessary to have same name to all replicas</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libri"/>
                <a:ea typeface="Calibri"/>
                <a:cs typeface="Calibri"/>
                <a:sym typeface="Calibri"/>
              </a:rPr>
              <a:t>Should support ???? transparency</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Concurrency Transparency</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libri"/>
                <a:ea typeface="Calibri"/>
                <a:cs typeface="Calibri"/>
                <a:sym typeface="Calibri"/>
              </a:rPr>
              <a:t>Should leave shared resource in a consistent state</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libri"/>
                <a:ea typeface="Calibri"/>
                <a:cs typeface="Calibri"/>
                <a:sym typeface="Calibri"/>
              </a:rPr>
              <a:t>Possible using locking mechanisms</a:t>
            </a:r>
            <a:endParaRPr/>
          </a:p>
          <a:p>
            <a:pPr marL="342900" marR="0" lvl="0" indent="-190500" algn="l" rtl="0">
              <a:spcBef>
                <a:spcPts val="480"/>
              </a:spcBef>
              <a:spcAft>
                <a:spcPts val="0"/>
              </a:spcAft>
              <a:buClr>
                <a:schemeClr val="dk1"/>
              </a:buClr>
              <a:buSzPts val="2400"/>
              <a:buFont typeface="Arial"/>
              <a:buNone/>
            </a:pPr>
            <a:endParaRPr sz="2400" b="0" i="0" u="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5"/>
          <p:cNvSpPr txBox="1">
            <a:spLocks noGrp="1"/>
          </p:cNvSpPr>
          <p:nvPr>
            <p:ph type="title"/>
          </p:nvPr>
        </p:nvSpPr>
        <p:spPr>
          <a:xfrm>
            <a:off x="457200" y="274637"/>
            <a:ext cx="8229600" cy="7159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Cont..</a:t>
            </a:r>
            <a:endParaRPr/>
          </a:p>
        </p:txBody>
      </p:sp>
      <p:sp>
        <p:nvSpPr>
          <p:cNvPr id="191" name="Google Shape;191;p15"/>
          <p:cNvSpPr txBox="1">
            <a:spLocks noGrp="1"/>
          </p:cNvSpPr>
          <p:nvPr>
            <p:ph type="body" idx="1"/>
          </p:nvPr>
        </p:nvSpPr>
        <p:spPr>
          <a:xfrm>
            <a:off x="457200" y="990600"/>
            <a:ext cx="8229600" cy="51355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Failure Transparency </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libri"/>
                <a:ea typeface="Calibri"/>
                <a:cs typeface="Calibri"/>
                <a:sym typeface="Calibri"/>
              </a:rPr>
              <a:t>Masking failures – one of the hardest issues in DS</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libri"/>
                <a:ea typeface="Calibri"/>
                <a:cs typeface="Calibri"/>
                <a:sym typeface="Calibri"/>
              </a:rPr>
              <a:t>Inability to differentiate between a dead resource and a painfully slow resource</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libri"/>
                <a:ea typeface="Calibri"/>
                <a:cs typeface="Calibri"/>
                <a:sym typeface="Calibri"/>
              </a:rPr>
              <a:t>Ex – time out response of web server? Really down or busy?</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Persistence Transparency</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libri"/>
                <a:ea typeface="Calibri"/>
                <a:cs typeface="Calibri"/>
                <a:sym typeface="Calibri"/>
              </a:rPr>
              <a:t>Ex. Object oriented databases provide facilities for directly invoking methods on stored objects</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libri"/>
                <a:ea typeface="Calibri"/>
                <a:cs typeface="Calibri"/>
                <a:sym typeface="Calibri"/>
              </a:rPr>
              <a:t>User should unaware that server is moving state between primary and secondary memory</a:t>
            </a:r>
            <a:r>
              <a:rPr lang="en-US" sz="2400" b="1" i="0" u="none">
                <a:solidFill>
                  <a:schemeClr val="dk1"/>
                </a:solidFill>
                <a:latin typeface="Calibri"/>
                <a:ea typeface="Calibri"/>
                <a:cs typeface="Calibri"/>
                <a:sym typeface="Calibri"/>
              </a:rPr>
              <a:t> </a:t>
            </a:r>
            <a:endParaRPr/>
          </a:p>
          <a:p>
            <a:pPr marL="342900" marR="0" lvl="0" indent="-190500" algn="l" rtl="0">
              <a:spcBef>
                <a:spcPts val="480"/>
              </a:spcBef>
              <a:spcAft>
                <a:spcPts val="0"/>
              </a:spcAft>
              <a:buClr>
                <a:schemeClr val="dk1"/>
              </a:buClr>
              <a:buSzPts val="2400"/>
              <a:buFont typeface="Arial"/>
              <a:buNone/>
            </a:pPr>
            <a:endParaRPr sz="2400" b="1" i="0" u="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6"/>
          <p:cNvSpPr txBox="1"/>
          <p:nvPr/>
        </p:nvSpPr>
        <p:spPr>
          <a:xfrm>
            <a:off x="685800" y="177800"/>
            <a:ext cx="7848600" cy="584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Calibri"/>
              <a:buNone/>
            </a:pPr>
            <a:r>
              <a:rPr lang="en-US" sz="3200" b="1" i="0" u="none" strike="noStrike" cap="none">
                <a:solidFill>
                  <a:schemeClr val="dk1"/>
                </a:solidFill>
                <a:latin typeface="Calibri"/>
                <a:ea typeface="Calibri"/>
                <a:cs typeface="Calibri"/>
                <a:sym typeface="Calibri"/>
              </a:rPr>
              <a:t>Degree of Transparency</a:t>
            </a:r>
            <a:endParaRPr/>
          </a:p>
        </p:txBody>
      </p:sp>
      <p:sp>
        <p:nvSpPr>
          <p:cNvPr id="198" name="Google Shape;198;p16"/>
          <p:cNvSpPr txBox="1"/>
          <p:nvPr/>
        </p:nvSpPr>
        <p:spPr>
          <a:xfrm>
            <a:off x="457200" y="762000"/>
            <a:ext cx="8534400" cy="5908675"/>
          </a:xfrm>
          <a:prstGeom prst="rect">
            <a:avLst/>
          </a:prstGeom>
          <a:noFill/>
          <a:ln>
            <a:noFill/>
          </a:ln>
        </p:spPr>
        <p:txBody>
          <a:bodyPr spcFirstLastPara="1" wrap="square" lIns="91425" tIns="45700" rIns="91425" bIns="45700" anchor="t" anchorCtr="0">
            <a:spAutoFit/>
          </a:bodyPr>
          <a:lstStyle/>
          <a:p>
            <a:pPr marL="0" marR="0" lvl="0" indent="-127000" algn="l" rtl="0">
              <a:lnSpc>
                <a:spcPct val="100000"/>
              </a:lnSpc>
              <a:spcBef>
                <a:spcPts val="0"/>
              </a:spcBef>
              <a:spcAft>
                <a:spcPts val="0"/>
              </a:spcAft>
              <a:buClr>
                <a:schemeClr val="dk1"/>
              </a:buClr>
              <a:buSzPts val="2000"/>
              <a:buFont typeface="Arial"/>
              <a:buChar char="•"/>
            </a:pPr>
            <a:r>
              <a:rPr lang="en-US" sz="2000" b="1" i="0" u="none" strike="noStrike" cap="none">
                <a:solidFill>
                  <a:schemeClr val="dk1"/>
                </a:solidFill>
                <a:latin typeface="Arial"/>
                <a:ea typeface="Arial"/>
                <a:cs typeface="Arial"/>
                <a:sym typeface="Arial"/>
              </a:rPr>
              <a:t> </a:t>
            </a:r>
            <a:r>
              <a:rPr lang="en-US" sz="2100" b="0" i="0" u="none" strike="noStrike" cap="none">
                <a:solidFill>
                  <a:schemeClr val="dk1"/>
                </a:solidFill>
                <a:latin typeface="Calibri"/>
                <a:ea typeface="Calibri"/>
                <a:cs typeface="Calibri"/>
                <a:sym typeface="Calibri"/>
              </a:rPr>
              <a:t>In general transparency is preferred, but not always good to blindly hid all distribution aspects from users</a:t>
            </a:r>
            <a:endParaRPr/>
          </a:p>
          <a:p>
            <a:pPr marL="0" marR="0" lvl="0" indent="-133350" algn="l" rtl="0">
              <a:lnSpc>
                <a:spcPct val="100000"/>
              </a:lnSpc>
              <a:spcBef>
                <a:spcPts val="1050"/>
              </a:spcBef>
              <a:spcAft>
                <a:spcPts val="0"/>
              </a:spcAft>
              <a:buClr>
                <a:schemeClr val="dk1"/>
              </a:buClr>
              <a:buSzPts val="2100"/>
              <a:buFont typeface="Arial"/>
              <a:buChar char="•"/>
            </a:pPr>
            <a:r>
              <a:rPr lang="en-US" sz="2100" b="0" i="0" u="none" strike="noStrike" cap="none">
                <a:solidFill>
                  <a:schemeClr val="dk1"/>
                </a:solidFill>
                <a:latin typeface="Calibri"/>
                <a:ea typeface="Calibri"/>
                <a:cs typeface="Calibri"/>
                <a:sym typeface="Calibri"/>
              </a:rPr>
              <a:t> Ex. Requesting your e-news paper in your mailbox at 7am while you are at the other end of the globe living with different time zone</a:t>
            </a:r>
            <a:endParaRPr/>
          </a:p>
          <a:p>
            <a:pPr marL="0" marR="0" lvl="0" indent="-133350" algn="l" rtl="0">
              <a:lnSpc>
                <a:spcPct val="100000"/>
              </a:lnSpc>
              <a:spcBef>
                <a:spcPts val="1050"/>
              </a:spcBef>
              <a:spcAft>
                <a:spcPts val="0"/>
              </a:spcAft>
              <a:buClr>
                <a:schemeClr val="dk1"/>
              </a:buClr>
              <a:buSzPts val="2100"/>
              <a:buFont typeface="Arial"/>
              <a:buChar char="•"/>
            </a:pPr>
            <a:r>
              <a:rPr lang="en-US" sz="2100" b="0" i="0" u="none" strike="noStrike" cap="none">
                <a:solidFill>
                  <a:schemeClr val="dk1"/>
                </a:solidFill>
                <a:latin typeface="Calibri"/>
                <a:ea typeface="Calibri"/>
                <a:cs typeface="Calibri"/>
                <a:sym typeface="Calibri"/>
              </a:rPr>
              <a:t>Due to computer network/switches/routers/gateways – it is not possible to send message from one process(China) to another(Europe) in predefined time</a:t>
            </a:r>
            <a:endParaRPr/>
          </a:p>
          <a:p>
            <a:pPr marL="0" marR="0" lvl="0" indent="-133350" algn="l" rtl="0">
              <a:lnSpc>
                <a:spcPct val="100000"/>
              </a:lnSpc>
              <a:spcBef>
                <a:spcPts val="1050"/>
              </a:spcBef>
              <a:spcAft>
                <a:spcPts val="0"/>
              </a:spcAft>
              <a:buClr>
                <a:schemeClr val="dk1"/>
              </a:buClr>
              <a:buSzPts val="2100"/>
              <a:buFont typeface="Arial"/>
              <a:buChar char="•"/>
            </a:pPr>
            <a:r>
              <a:rPr lang="en-US" sz="2100" b="0" i="0" u="none" strike="noStrike" cap="none">
                <a:solidFill>
                  <a:schemeClr val="dk1"/>
                </a:solidFill>
                <a:latin typeface="Calibri"/>
                <a:ea typeface="Calibri"/>
                <a:cs typeface="Calibri"/>
                <a:sym typeface="Calibri"/>
              </a:rPr>
              <a:t> Trade-off between high degree of transparency and performance of system</a:t>
            </a:r>
            <a:endParaRPr/>
          </a:p>
          <a:p>
            <a:pPr marL="0" marR="0" lvl="0" indent="-133350" algn="l" rtl="0">
              <a:lnSpc>
                <a:spcPct val="100000"/>
              </a:lnSpc>
              <a:spcBef>
                <a:spcPts val="1050"/>
              </a:spcBef>
              <a:spcAft>
                <a:spcPts val="0"/>
              </a:spcAft>
              <a:buClr>
                <a:schemeClr val="dk1"/>
              </a:buClr>
              <a:buSzPts val="2100"/>
              <a:buFont typeface="Arial"/>
              <a:buChar char="•"/>
            </a:pPr>
            <a:r>
              <a:rPr lang="en-US" sz="2100" b="0" i="0" u="none" strike="noStrike" cap="none">
                <a:solidFill>
                  <a:schemeClr val="dk1"/>
                </a:solidFill>
                <a:latin typeface="Calibri"/>
                <a:ea typeface="Calibri"/>
                <a:cs typeface="Calibri"/>
                <a:sym typeface="Calibri"/>
              </a:rPr>
              <a:t>Ex. Many internet applications try to contact server before finally giving up. Attempting to mask a transient server failure before trying another one may slow down the system as a whole</a:t>
            </a:r>
            <a:endParaRPr/>
          </a:p>
          <a:p>
            <a:pPr marL="0" marR="0" lvl="0" indent="-133350" algn="l" rtl="0">
              <a:lnSpc>
                <a:spcPct val="100000"/>
              </a:lnSpc>
              <a:spcBef>
                <a:spcPts val="1050"/>
              </a:spcBef>
              <a:spcAft>
                <a:spcPts val="0"/>
              </a:spcAft>
              <a:buClr>
                <a:schemeClr val="dk1"/>
              </a:buClr>
              <a:buSzPts val="2100"/>
              <a:buFont typeface="Arial"/>
              <a:buChar char="•"/>
            </a:pPr>
            <a:r>
              <a:rPr lang="en-US" sz="2100" b="0" i="0" u="none" strike="noStrike" cap="none">
                <a:solidFill>
                  <a:schemeClr val="dk1"/>
                </a:solidFill>
                <a:latin typeface="Calibri"/>
                <a:ea typeface="Calibri"/>
                <a:cs typeface="Calibri"/>
                <a:sym typeface="Calibri"/>
              </a:rPr>
              <a:t> Hiding several replicas located on different continents – changes take time due to network and other aspects</a:t>
            </a:r>
            <a:endParaRPr/>
          </a:p>
          <a:p>
            <a:pPr marL="0" marR="0" lvl="0" indent="-133350" algn="l" rtl="0">
              <a:lnSpc>
                <a:spcPct val="100000"/>
              </a:lnSpc>
              <a:spcBef>
                <a:spcPts val="1050"/>
              </a:spcBef>
              <a:spcAft>
                <a:spcPts val="0"/>
              </a:spcAft>
              <a:buClr>
                <a:schemeClr val="dk1"/>
              </a:buClr>
              <a:buSzPts val="2100"/>
              <a:buFont typeface="Arial"/>
              <a:buChar char="•"/>
            </a:pPr>
            <a:r>
              <a:rPr lang="en-US" sz="2100" b="0" i="0" u="none" strike="noStrike" cap="none">
                <a:solidFill>
                  <a:schemeClr val="dk1"/>
                </a:solidFill>
                <a:latin typeface="Calibri"/>
                <a:ea typeface="Calibri"/>
                <a:cs typeface="Calibri"/>
                <a:sym typeface="Calibri"/>
              </a:rPr>
              <a:t> </a:t>
            </a:r>
            <a:r>
              <a:rPr lang="en-US" sz="2100" b="0" i="0" u="sng" strike="noStrike" cap="none">
                <a:solidFill>
                  <a:schemeClr val="dk1"/>
                </a:solidFill>
                <a:latin typeface="Calibri"/>
                <a:ea typeface="Calibri"/>
                <a:cs typeface="Calibri"/>
                <a:sym typeface="Calibri"/>
              </a:rPr>
              <a:t>Conclusion</a:t>
            </a:r>
            <a:r>
              <a:rPr lang="en-US" sz="2100" b="0" i="0" u="none" strike="noStrike" cap="none">
                <a:solidFill>
                  <a:schemeClr val="dk1"/>
                </a:solidFill>
                <a:latin typeface="Calibri"/>
                <a:ea typeface="Calibri"/>
                <a:cs typeface="Calibri"/>
                <a:sym typeface="Calibri"/>
              </a:rPr>
              <a:t> – transparency is required but should also consider performance.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7"/>
          <p:cNvSpPr txBox="1"/>
          <p:nvPr/>
        </p:nvSpPr>
        <p:spPr>
          <a:xfrm>
            <a:off x="609600" y="254000"/>
            <a:ext cx="7772400" cy="584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Calibri"/>
              <a:buNone/>
            </a:pPr>
            <a:r>
              <a:rPr lang="en-US" sz="3200" b="1" i="0" u="none" strike="noStrike" cap="none">
                <a:solidFill>
                  <a:schemeClr val="dk1"/>
                </a:solidFill>
                <a:latin typeface="Calibri"/>
                <a:ea typeface="Calibri"/>
                <a:cs typeface="Calibri"/>
                <a:sym typeface="Calibri"/>
              </a:rPr>
              <a:t>Openness of DS</a:t>
            </a:r>
            <a:endParaRPr/>
          </a:p>
        </p:txBody>
      </p:sp>
      <p:sp>
        <p:nvSpPr>
          <p:cNvPr id="205" name="Google Shape;205;p17"/>
          <p:cNvSpPr txBox="1"/>
          <p:nvPr/>
        </p:nvSpPr>
        <p:spPr>
          <a:xfrm>
            <a:off x="457200" y="990600"/>
            <a:ext cx="8458200" cy="57864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Open distributed system: </a:t>
            </a:r>
            <a:r>
              <a:rPr lang="en-US" sz="2000" b="0" i="0" u="none" strike="noStrike" cap="none">
                <a:solidFill>
                  <a:schemeClr val="dk1"/>
                </a:solidFill>
                <a:latin typeface="Calibri"/>
                <a:ea typeface="Calibri"/>
                <a:cs typeface="Calibri"/>
                <a:sym typeface="Calibri"/>
              </a:rPr>
              <a:t>that offers services according to standard rules that describes the syntax and semantics of those services like in computer networks protocols are implemented.</a:t>
            </a:r>
            <a:endParaRPr/>
          </a:p>
          <a:p>
            <a:pPr marL="0" marR="0" lvl="0" indent="0" algn="l" rtl="0">
              <a:lnSpc>
                <a:spcPct val="100000"/>
              </a:lnSpc>
              <a:spcBef>
                <a:spcPts val="1000"/>
              </a:spcBef>
              <a:spcAft>
                <a:spcPts val="0"/>
              </a:spcAft>
              <a:buClr>
                <a:schemeClr val="dk1"/>
              </a:buClr>
              <a:buSzPts val="2000"/>
              <a:buFont typeface="Calibri"/>
              <a:buNone/>
            </a:pPr>
            <a:r>
              <a:rPr lang="en-US" sz="2000" b="0" i="0" u="none" strike="noStrike" cap="none">
                <a:solidFill>
                  <a:schemeClr val="dk1"/>
                </a:solidFill>
                <a:latin typeface="Calibri"/>
                <a:ea typeface="Calibri"/>
                <a:cs typeface="Calibri"/>
                <a:sym typeface="Calibri"/>
              </a:rPr>
              <a:t>- Be able to interact with services from other open systems, irrespective of the underlying environment:</a:t>
            </a:r>
            <a:endParaRPr/>
          </a:p>
          <a:p>
            <a:pPr marL="457200" marR="0" lvl="1" indent="-1270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 Systems should conform to well-defined </a:t>
            </a:r>
            <a:r>
              <a:rPr lang="en-US" sz="2000" b="1" i="0" u="none" strike="noStrike" cap="none">
                <a:solidFill>
                  <a:schemeClr val="dk1"/>
                </a:solidFill>
                <a:latin typeface="Calibri"/>
                <a:ea typeface="Calibri"/>
                <a:cs typeface="Calibri"/>
                <a:sym typeface="Calibri"/>
              </a:rPr>
              <a:t>interfaces</a:t>
            </a:r>
            <a:endParaRPr/>
          </a:p>
          <a:p>
            <a:pPr marL="457200" marR="0" lvl="1" indent="-1270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 Systems should support </a:t>
            </a:r>
            <a:r>
              <a:rPr lang="en-US" sz="2000" b="1" i="0" u="none" strike="noStrike" cap="none">
                <a:solidFill>
                  <a:schemeClr val="dk1"/>
                </a:solidFill>
                <a:latin typeface="Calibri"/>
                <a:ea typeface="Calibri"/>
                <a:cs typeface="Calibri"/>
                <a:sym typeface="Calibri"/>
              </a:rPr>
              <a:t>portability </a:t>
            </a:r>
            <a:r>
              <a:rPr lang="en-US" sz="2000" b="0" i="0" u="none" strike="noStrike" cap="none">
                <a:solidFill>
                  <a:schemeClr val="dk1"/>
                </a:solidFill>
                <a:latin typeface="Calibri"/>
                <a:ea typeface="Calibri"/>
                <a:cs typeface="Calibri"/>
                <a:sym typeface="Calibri"/>
              </a:rPr>
              <a:t>of applications</a:t>
            </a:r>
            <a:endParaRPr/>
          </a:p>
          <a:p>
            <a:pPr marL="457200" marR="0" lvl="1" indent="-1270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 Systems should easily </a:t>
            </a:r>
            <a:r>
              <a:rPr lang="en-US" sz="2000" b="1" i="0" u="none" strike="noStrike" cap="none">
                <a:solidFill>
                  <a:schemeClr val="dk1"/>
                </a:solidFill>
                <a:latin typeface="Calibri"/>
                <a:ea typeface="Calibri"/>
                <a:cs typeface="Calibri"/>
                <a:sym typeface="Calibri"/>
              </a:rPr>
              <a:t>interoperate</a:t>
            </a:r>
            <a:endParaRPr/>
          </a:p>
          <a:p>
            <a:pPr marL="457200" marR="0" lvl="1" indent="-1270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 Systems should be flexible</a:t>
            </a:r>
            <a:endParaRPr/>
          </a:p>
          <a:p>
            <a:pPr marL="0" marR="0" lvl="0" indent="0" algn="l" rtl="0">
              <a:lnSpc>
                <a:spcPct val="100000"/>
              </a:lnSpc>
              <a:spcBef>
                <a:spcPts val="100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Achieving openness: </a:t>
            </a:r>
            <a:r>
              <a:rPr lang="en-US" sz="2000" b="0" i="0" u="none" strike="noStrike" cap="none">
                <a:solidFill>
                  <a:schemeClr val="dk1"/>
                </a:solidFill>
                <a:latin typeface="Calibri"/>
                <a:ea typeface="Calibri"/>
                <a:cs typeface="Calibri"/>
                <a:sym typeface="Calibri"/>
              </a:rPr>
              <a:t>At least make the distributed system independent from </a:t>
            </a:r>
            <a:r>
              <a:rPr lang="en-US" sz="2000" b="1" i="0" u="none" strike="noStrike" cap="none">
                <a:solidFill>
                  <a:schemeClr val="dk1"/>
                </a:solidFill>
                <a:latin typeface="Calibri"/>
                <a:ea typeface="Calibri"/>
                <a:cs typeface="Calibri"/>
                <a:sym typeface="Calibri"/>
              </a:rPr>
              <a:t>heterogeneity </a:t>
            </a:r>
            <a:r>
              <a:rPr lang="en-US" sz="2000" b="0" i="0" u="none" strike="noStrike" cap="none">
                <a:solidFill>
                  <a:schemeClr val="dk1"/>
                </a:solidFill>
                <a:latin typeface="Calibri"/>
                <a:ea typeface="Calibri"/>
                <a:cs typeface="Calibri"/>
                <a:sym typeface="Calibri"/>
              </a:rPr>
              <a:t>of the underlying environment:</a:t>
            </a:r>
            <a:endParaRPr/>
          </a:p>
          <a:p>
            <a:pPr marL="457200" marR="0" lvl="1" indent="-1270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 Hardware</a:t>
            </a:r>
            <a:endParaRPr/>
          </a:p>
          <a:p>
            <a:pPr marL="457200" marR="0" lvl="1" indent="-1270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 Platforms</a:t>
            </a:r>
            <a:endParaRPr/>
          </a:p>
          <a:p>
            <a:pPr marL="457200" marR="0" lvl="1" indent="-1270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 Languages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8"/>
          <p:cNvSpPr txBox="1"/>
          <p:nvPr/>
        </p:nvSpPr>
        <p:spPr>
          <a:xfrm>
            <a:off x="533400" y="254000"/>
            <a:ext cx="7924800" cy="584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Calibri"/>
              <a:buNone/>
            </a:pPr>
            <a:r>
              <a:rPr lang="en-US" sz="3200" b="1" i="0" u="none" strike="noStrike" cap="none">
                <a:solidFill>
                  <a:schemeClr val="dk1"/>
                </a:solidFill>
                <a:latin typeface="Calibri"/>
                <a:ea typeface="Calibri"/>
                <a:cs typeface="Calibri"/>
                <a:sym typeface="Calibri"/>
              </a:rPr>
              <a:t>Scalability in DS</a:t>
            </a:r>
            <a:endParaRPr/>
          </a:p>
        </p:txBody>
      </p:sp>
      <p:sp>
        <p:nvSpPr>
          <p:cNvPr id="212" name="Google Shape;212;p18"/>
          <p:cNvSpPr txBox="1"/>
          <p:nvPr/>
        </p:nvSpPr>
        <p:spPr>
          <a:xfrm>
            <a:off x="381000" y="990600"/>
            <a:ext cx="8458200" cy="4324350"/>
          </a:xfrm>
          <a:prstGeom prst="rect">
            <a:avLst/>
          </a:prstGeom>
          <a:noFill/>
          <a:ln>
            <a:noFill/>
          </a:ln>
        </p:spPr>
        <p:txBody>
          <a:bodyPr spcFirstLastPara="1" wrap="square" lIns="91425" tIns="45700" rIns="91425" bIns="45700" anchor="t" anchorCtr="0">
            <a:spAutoFit/>
          </a:bodyPr>
          <a:lstStyle/>
          <a:p>
            <a:pPr marL="0" marR="0" lvl="0" indent="-139700" algn="l" rtl="0">
              <a:lnSpc>
                <a:spcPct val="100000"/>
              </a:lnSpc>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 Most important design goals</a:t>
            </a:r>
            <a:endParaRPr/>
          </a:p>
          <a:p>
            <a:pPr marL="0" marR="0" lvl="0" indent="-139700" algn="l" rtl="0">
              <a:lnSpc>
                <a:spcPct val="100000"/>
              </a:lnSpc>
              <a:spcBef>
                <a:spcPts val="110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 It can be measured  along at least three different dimensions (Neuman, 1994):</a:t>
            </a:r>
            <a:endParaRPr/>
          </a:p>
          <a:p>
            <a:pPr marL="457200" marR="0" lvl="1" indent="-139700" algn="l" rtl="0">
              <a:lnSpc>
                <a:spcPct val="100000"/>
              </a:lnSpc>
              <a:spcBef>
                <a:spcPts val="1100"/>
              </a:spcBef>
              <a:spcAft>
                <a:spcPts val="0"/>
              </a:spcAft>
              <a:buClr>
                <a:schemeClr val="dk1"/>
              </a:buClr>
              <a:buSzPts val="2200"/>
              <a:buFont typeface="Calibri"/>
              <a:buChar char="-"/>
            </a:pPr>
            <a:r>
              <a:rPr lang="en-US" sz="2200" b="0" i="0" u="none" strike="noStrike" cap="none">
                <a:solidFill>
                  <a:schemeClr val="dk1"/>
                </a:solidFill>
                <a:latin typeface="Calibri"/>
                <a:ea typeface="Calibri"/>
                <a:cs typeface="Calibri"/>
                <a:sym typeface="Calibri"/>
              </a:rPr>
              <a:t> Number of users and/or processes </a:t>
            </a:r>
            <a:r>
              <a:rPr lang="en-US" sz="2200" b="1" i="0" u="none" strike="noStrike" cap="none">
                <a:solidFill>
                  <a:schemeClr val="dk1"/>
                </a:solidFill>
                <a:latin typeface="Calibri"/>
                <a:ea typeface="Calibri"/>
                <a:cs typeface="Calibri"/>
                <a:sym typeface="Calibri"/>
              </a:rPr>
              <a:t>(size scalability)</a:t>
            </a:r>
            <a:endParaRPr/>
          </a:p>
          <a:p>
            <a:pPr marL="457200" marR="0" lvl="1" indent="0" algn="l" rtl="0">
              <a:lnSpc>
                <a:spcPct val="100000"/>
              </a:lnSpc>
              <a:spcBef>
                <a:spcPts val="1100"/>
              </a:spcBef>
              <a:spcAft>
                <a:spcPts val="0"/>
              </a:spcAft>
              <a:buClr>
                <a:schemeClr val="dk1"/>
              </a:buClr>
              <a:buSzPts val="2200"/>
              <a:buFont typeface="Calibri"/>
              <a:buNone/>
            </a:pPr>
            <a:r>
              <a:rPr lang="en-US" sz="2200" b="1" i="0" u="none" strike="noStrike" cap="none">
                <a:solidFill>
                  <a:schemeClr val="dk1"/>
                </a:solidFill>
                <a:latin typeface="Calibri"/>
                <a:ea typeface="Calibri"/>
                <a:cs typeface="Calibri"/>
                <a:sym typeface="Calibri"/>
              </a:rPr>
              <a:t>- </a:t>
            </a:r>
            <a:r>
              <a:rPr lang="en-US" sz="2200" b="0" i="0" u="none" strike="noStrike" cap="none">
                <a:solidFill>
                  <a:schemeClr val="dk1"/>
                </a:solidFill>
                <a:latin typeface="Calibri"/>
                <a:ea typeface="Calibri"/>
                <a:cs typeface="Calibri"/>
                <a:sym typeface="Calibri"/>
              </a:rPr>
              <a:t>Maximum distance between nodes </a:t>
            </a:r>
            <a:r>
              <a:rPr lang="en-US" sz="2200" b="1" i="0" u="none" strike="noStrike" cap="none">
                <a:solidFill>
                  <a:schemeClr val="dk1"/>
                </a:solidFill>
                <a:latin typeface="Calibri"/>
                <a:ea typeface="Calibri"/>
                <a:cs typeface="Calibri"/>
                <a:sym typeface="Calibri"/>
              </a:rPr>
              <a:t>(geographical scalability)</a:t>
            </a:r>
            <a:endParaRPr/>
          </a:p>
          <a:p>
            <a:pPr marL="457200" marR="0" lvl="1" indent="0" algn="l" rtl="0">
              <a:lnSpc>
                <a:spcPct val="100000"/>
              </a:lnSpc>
              <a:spcBef>
                <a:spcPts val="1100"/>
              </a:spcBef>
              <a:spcAft>
                <a:spcPts val="0"/>
              </a:spcAft>
              <a:buClr>
                <a:schemeClr val="dk1"/>
              </a:buClr>
              <a:buSzPts val="2200"/>
              <a:buFont typeface="Calibri"/>
              <a:buNone/>
            </a:pPr>
            <a:r>
              <a:rPr lang="en-US" sz="2200" b="1" i="0" u="none" strike="noStrike" cap="none">
                <a:solidFill>
                  <a:schemeClr val="dk1"/>
                </a:solidFill>
                <a:latin typeface="Calibri"/>
                <a:ea typeface="Calibri"/>
                <a:cs typeface="Calibri"/>
                <a:sym typeface="Calibri"/>
              </a:rPr>
              <a:t>- </a:t>
            </a:r>
            <a:r>
              <a:rPr lang="en-US" sz="2200" b="0" i="0" u="none" strike="noStrike" cap="none">
                <a:solidFill>
                  <a:schemeClr val="dk1"/>
                </a:solidFill>
                <a:latin typeface="Calibri"/>
                <a:ea typeface="Calibri"/>
                <a:cs typeface="Calibri"/>
                <a:sym typeface="Calibri"/>
              </a:rPr>
              <a:t>Number of administrative domains </a:t>
            </a:r>
            <a:r>
              <a:rPr lang="en-US" sz="2200" b="1" i="0" u="none" strike="noStrike" cap="none">
                <a:solidFill>
                  <a:schemeClr val="dk1"/>
                </a:solidFill>
                <a:latin typeface="Calibri"/>
                <a:ea typeface="Calibri"/>
                <a:cs typeface="Calibri"/>
                <a:sym typeface="Calibri"/>
              </a:rPr>
              <a:t>(administrative scalability)</a:t>
            </a: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1100"/>
              </a:spcBef>
              <a:spcAft>
                <a:spcPts val="0"/>
              </a:spcAft>
              <a:buClr>
                <a:schemeClr val="dk1"/>
              </a:buClr>
              <a:buSzPts val="2200"/>
              <a:buFont typeface="Verdana"/>
              <a:buNone/>
            </a:pPr>
            <a:endParaRPr sz="2200" b="0" i="0" u="none" strike="noStrike" cap="none">
              <a:solidFill>
                <a:schemeClr val="dk1"/>
              </a:solidFill>
              <a:latin typeface="Calibri"/>
              <a:ea typeface="Calibri"/>
              <a:cs typeface="Calibri"/>
              <a:sym typeface="Calibri"/>
            </a:endParaRPr>
          </a:p>
          <a:p>
            <a:pPr marL="0" marR="0" lvl="0" indent="-139700" algn="l" rtl="0">
              <a:lnSpc>
                <a:spcPct val="100000"/>
              </a:lnSpc>
              <a:spcBef>
                <a:spcPts val="110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 Most systems account only, to a certain extent, for size scalability.</a:t>
            </a:r>
            <a:endParaRPr/>
          </a:p>
          <a:p>
            <a:pPr marL="0" marR="0" lvl="0" indent="-139700" algn="l" rtl="0">
              <a:lnSpc>
                <a:spcPct val="100000"/>
              </a:lnSpc>
              <a:spcBef>
                <a:spcPts val="110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 Today, the challenge lies in geographical and administrative scalability.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9"/>
          <p:cNvSpPr txBox="1"/>
          <p:nvPr/>
        </p:nvSpPr>
        <p:spPr>
          <a:xfrm>
            <a:off x="914400" y="101600"/>
            <a:ext cx="7391400" cy="584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Calibri"/>
              <a:buNone/>
            </a:pPr>
            <a:r>
              <a:rPr lang="en-US" sz="3200" b="1" i="0" u="none" strike="noStrike" cap="none">
                <a:solidFill>
                  <a:schemeClr val="dk1"/>
                </a:solidFill>
                <a:latin typeface="Calibri"/>
                <a:ea typeface="Calibri"/>
                <a:cs typeface="Calibri"/>
                <a:sym typeface="Calibri"/>
              </a:rPr>
              <a:t>Techniques for Scaling</a:t>
            </a:r>
            <a:endParaRPr/>
          </a:p>
        </p:txBody>
      </p:sp>
      <p:sp>
        <p:nvSpPr>
          <p:cNvPr id="219" name="Google Shape;219;p19"/>
          <p:cNvSpPr txBox="1"/>
          <p:nvPr/>
        </p:nvSpPr>
        <p:spPr>
          <a:xfrm>
            <a:off x="304800" y="914400"/>
            <a:ext cx="8610600" cy="5816600"/>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0000"/>
              </a:lnSpc>
              <a:spcBef>
                <a:spcPts val="0"/>
              </a:spcBef>
              <a:spcAft>
                <a:spcPts val="0"/>
              </a:spcAft>
              <a:buClr>
                <a:schemeClr val="dk1"/>
              </a:buClr>
              <a:buSzPts val="2400"/>
              <a:buFont typeface="Calibri"/>
              <a:buAutoNum type="arabicPeriod"/>
            </a:pPr>
            <a:r>
              <a:rPr lang="en-US" sz="2400" b="1" i="0" u="none" strike="noStrike" cap="none">
                <a:solidFill>
                  <a:schemeClr val="dk1"/>
                </a:solidFill>
                <a:latin typeface="Calibri"/>
                <a:ea typeface="Calibri"/>
                <a:cs typeface="Calibri"/>
                <a:sym typeface="Calibri"/>
              </a:rPr>
              <a:t>Hiding communication latencies</a:t>
            </a:r>
            <a:endParaRPr/>
          </a:p>
          <a:p>
            <a:pPr marL="457200" marR="0" lvl="0" indent="-457200" algn="l" rtl="0">
              <a:lnSpc>
                <a:spcPct val="100000"/>
              </a:lnSpc>
              <a:spcBef>
                <a:spcPts val="120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Applicable to geographical scalability</a:t>
            </a:r>
            <a:endParaRPr/>
          </a:p>
          <a:p>
            <a:pPr marL="457200" marR="0" lvl="0" indent="-457200" algn="l" rtl="0">
              <a:lnSpc>
                <a:spcPct val="100000"/>
              </a:lnSpc>
              <a:spcBef>
                <a:spcPts val="120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Try to avoid waiting for responses to remote service requests as much as possible</a:t>
            </a:r>
            <a:endParaRPr/>
          </a:p>
          <a:p>
            <a:pPr marL="457200" marR="0" lvl="0" indent="-457200" algn="l" rtl="0">
              <a:lnSpc>
                <a:spcPct val="100000"/>
              </a:lnSpc>
              <a:spcBef>
                <a:spcPts val="120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Possible using asynchronous communication</a:t>
            </a:r>
            <a:endParaRPr/>
          </a:p>
          <a:p>
            <a:pPr marL="457200" marR="0" lvl="0" indent="-457200" algn="l" rtl="0">
              <a:lnSpc>
                <a:spcPct val="100000"/>
              </a:lnSpc>
              <a:spcBef>
                <a:spcPts val="1200"/>
              </a:spcBef>
              <a:spcAft>
                <a:spcPts val="0"/>
              </a:spcAft>
              <a:buClr>
                <a:schemeClr val="dk1"/>
              </a:buClr>
              <a:buSzPts val="2400"/>
              <a:buFont typeface="Calibri"/>
              <a:buNone/>
            </a:pPr>
            <a:r>
              <a:rPr lang="en-US" sz="2400" b="1" i="0" u="none" strike="noStrike" cap="none">
                <a:solidFill>
                  <a:schemeClr val="dk1"/>
                </a:solidFill>
                <a:latin typeface="Calibri"/>
                <a:ea typeface="Calibri"/>
                <a:cs typeface="Calibri"/>
                <a:sym typeface="Calibri"/>
              </a:rPr>
              <a:t>2.   Distribution</a:t>
            </a:r>
            <a:endParaRPr/>
          </a:p>
          <a:p>
            <a:pPr marL="457200" marR="0" lvl="0" indent="-457200" algn="l" rtl="0">
              <a:lnSpc>
                <a:spcPct val="100000"/>
              </a:lnSpc>
              <a:spcBef>
                <a:spcPts val="120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 Partition data and computations across multiple machines</a:t>
            </a:r>
            <a:endParaRPr/>
          </a:p>
          <a:p>
            <a:pPr marL="457200" marR="0" lvl="1" indent="-457200" algn="l" rtl="0">
              <a:lnSpc>
                <a:spcPct val="100000"/>
              </a:lnSpc>
              <a:spcBef>
                <a:spcPts val="120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 Move computations to clients (Java applets)</a:t>
            </a:r>
            <a:endParaRPr/>
          </a:p>
          <a:p>
            <a:pPr marL="457200" marR="0" lvl="1" indent="-457200" algn="l" rtl="0">
              <a:lnSpc>
                <a:spcPct val="100000"/>
              </a:lnSpc>
              <a:spcBef>
                <a:spcPts val="120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 Decentralized naming services (DNS)</a:t>
            </a:r>
            <a:endParaRPr/>
          </a:p>
          <a:p>
            <a:pPr marL="457200" marR="0" lvl="1" indent="-457200" algn="l" rtl="0">
              <a:lnSpc>
                <a:spcPct val="100000"/>
              </a:lnSpc>
              <a:spcBef>
                <a:spcPts val="120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 Decentralized information systems (WWW)</a:t>
            </a:r>
            <a:endParaRPr/>
          </a:p>
          <a:p>
            <a:pPr marL="0" marR="0" lvl="0" indent="0" algn="l" rtl="0">
              <a:lnSpc>
                <a:spcPct val="100000"/>
              </a:lnSpc>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0"/>
          <p:cNvSpPr txBox="1"/>
          <p:nvPr/>
        </p:nvSpPr>
        <p:spPr>
          <a:xfrm>
            <a:off x="838200" y="101600"/>
            <a:ext cx="7467600" cy="584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Cont…</a:t>
            </a:r>
            <a:endParaRPr/>
          </a:p>
        </p:txBody>
      </p:sp>
      <p:sp>
        <p:nvSpPr>
          <p:cNvPr id="226" name="Google Shape;226;p20"/>
          <p:cNvSpPr txBox="1"/>
          <p:nvPr/>
        </p:nvSpPr>
        <p:spPr>
          <a:xfrm>
            <a:off x="228600" y="914400"/>
            <a:ext cx="8610600" cy="6048375"/>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0000"/>
              </a:lnSpc>
              <a:spcBef>
                <a:spcPts val="0"/>
              </a:spcBef>
              <a:spcAft>
                <a:spcPts val="0"/>
              </a:spcAft>
              <a:buClr>
                <a:schemeClr val="dk1"/>
              </a:buClr>
              <a:buSzPts val="1800"/>
              <a:buFont typeface="Calibri"/>
              <a:buAutoNum type="arabicPeriod" startAt="3"/>
            </a:pPr>
            <a:r>
              <a:rPr lang="en-US" sz="1800" b="1" i="0" u="none">
                <a:solidFill>
                  <a:schemeClr val="dk1"/>
                </a:solidFill>
                <a:latin typeface="Calibri"/>
                <a:ea typeface="Calibri"/>
                <a:cs typeface="Calibri"/>
                <a:sym typeface="Calibri"/>
              </a:rPr>
              <a:t>Replication</a:t>
            </a:r>
            <a:endParaRPr/>
          </a:p>
          <a:p>
            <a:pPr marL="457200" marR="0" lvl="1" indent="-457200" algn="l" rtl="0">
              <a:lnSpc>
                <a:spcPct val="100000"/>
              </a:lnSpc>
              <a:spcBef>
                <a:spcPts val="900"/>
              </a:spcBef>
              <a:spcAft>
                <a:spcPts val="0"/>
              </a:spcAft>
              <a:buClr>
                <a:schemeClr val="dk1"/>
              </a:buClr>
              <a:buSzPts val="1800"/>
              <a:buFont typeface="Calibri"/>
              <a:buChar char="-"/>
            </a:pPr>
            <a:r>
              <a:rPr lang="en-US" sz="1800" b="0" i="0" u="none" strike="noStrike" cap="none">
                <a:solidFill>
                  <a:schemeClr val="dk1"/>
                </a:solidFill>
                <a:latin typeface="Calibri"/>
                <a:ea typeface="Calibri"/>
                <a:cs typeface="Calibri"/>
                <a:sym typeface="Calibri"/>
              </a:rPr>
              <a:t>Make copies of data available at different machines</a:t>
            </a:r>
            <a:endParaRPr/>
          </a:p>
          <a:p>
            <a:pPr marL="457200" marR="0" lvl="1" indent="-457200" algn="l" rtl="0">
              <a:lnSpc>
                <a:spcPct val="100000"/>
              </a:lnSpc>
              <a:spcBef>
                <a:spcPts val="900"/>
              </a:spcBef>
              <a:spcAft>
                <a:spcPts val="0"/>
              </a:spcAft>
              <a:buClr>
                <a:schemeClr val="dk1"/>
              </a:buClr>
              <a:buSzPts val="1800"/>
              <a:buFont typeface="Calibri"/>
              <a:buChar char="-"/>
            </a:pPr>
            <a:r>
              <a:rPr lang="en-US" sz="1800" b="0" i="0" u="none" strike="noStrike" cap="none">
                <a:solidFill>
                  <a:schemeClr val="dk1"/>
                </a:solidFill>
                <a:latin typeface="Calibri"/>
                <a:ea typeface="Calibri"/>
                <a:cs typeface="Calibri"/>
                <a:sym typeface="Calibri"/>
              </a:rPr>
              <a:t>Replicated file servers (mainly for fault tolerance)</a:t>
            </a:r>
            <a:endParaRPr/>
          </a:p>
          <a:p>
            <a:pPr marL="457200" marR="0" lvl="1" indent="-457200" algn="l" rtl="0">
              <a:lnSpc>
                <a:spcPct val="100000"/>
              </a:lnSpc>
              <a:spcBef>
                <a:spcPts val="900"/>
              </a:spcBef>
              <a:spcAft>
                <a:spcPts val="0"/>
              </a:spcAft>
              <a:buClr>
                <a:schemeClr val="dk1"/>
              </a:buClr>
              <a:buSzPts val="1800"/>
              <a:buFont typeface="Calibri"/>
              <a:buChar char="-"/>
            </a:pPr>
            <a:r>
              <a:rPr lang="en-US" sz="1800" b="0" i="0" u="none" strike="noStrike" cap="none">
                <a:solidFill>
                  <a:schemeClr val="dk1"/>
                </a:solidFill>
                <a:latin typeface="Calibri"/>
                <a:ea typeface="Calibri"/>
                <a:cs typeface="Calibri"/>
                <a:sym typeface="Calibri"/>
              </a:rPr>
              <a:t>Replicated databases</a:t>
            </a:r>
            <a:endParaRPr/>
          </a:p>
          <a:p>
            <a:pPr marL="457200" marR="0" lvl="1" indent="-457200" algn="l" rtl="0">
              <a:lnSpc>
                <a:spcPct val="100000"/>
              </a:lnSpc>
              <a:spcBef>
                <a:spcPts val="900"/>
              </a:spcBef>
              <a:spcAft>
                <a:spcPts val="0"/>
              </a:spcAft>
              <a:buClr>
                <a:schemeClr val="dk1"/>
              </a:buClr>
              <a:buSzPts val="1800"/>
              <a:buFont typeface="Calibri"/>
              <a:buChar char="-"/>
            </a:pPr>
            <a:r>
              <a:rPr lang="en-US" sz="1800" b="0" i="0" u="none" strike="noStrike" cap="none">
                <a:solidFill>
                  <a:schemeClr val="dk1"/>
                </a:solidFill>
                <a:latin typeface="Calibri"/>
                <a:ea typeface="Calibri"/>
                <a:cs typeface="Calibri"/>
                <a:sym typeface="Calibri"/>
              </a:rPr>
              <a:t>Mirrored Web sites</a:t>
            </a:r>
            <a:endParaRPr/>
          </a:p>
          <a:p>
            <a:pPr marL="457200" marR="0" lvl="1" indent="-457200" algn="l" rtl="0">
              <a:lnSpc>
                <a:spcPct val="100000"/>
              </a:lnSpc>
              <a:spcBef>
                <a:spcPts val="900"/>
              </a:spcBef>
              <a:spcAft>
                <a:spcPts val="0"/>
              </a:spcAft>
              <a:buClr>
                <a:schemeClr val="dk1"/>
              </a:buClr>
              <a:buSzPts val="1800"/>
              <a:buFont typeface="Calibri"/>
              <a:buChar char="-"/>
            </a:pPr>
            <a:r>
              <a:rPr lang="en-US" sz="1800" b="0" i="0" u="none" strike="noStrike" cap="none">
                <a:solidFill>
                  <a:schemeClr val="dk1"/>
                </a:solidFill>
                <a:latin typeface="Calibri"/>
                <a:ea typeface="Calibri"/>
                <a:cs typeface="Calibri"/>
                <a:sym typeface="Calibri"/>
              </a:rPr>
              <a:t>Large-scale distributed shared memory systems</a:t>
            </a:r>
            <a:endParaRPr/>
          </a:p>
          <a:p>
            <a:pPr marL="457200" marR="0" lvl="1" indent="-457200" algn="l" rtl="0">
              <a:lnSpc>
                <a:spcPct val="100000"/>
              </a:lnSpc>
              <a:spcBef>
                <a:spcPts val="900"/>
              </a:spcBef>
              <a:spcAft>
                <a:spcPts val="0"/>
              </a:spcAft>
              <a:buClr>
                <a:schemeClr val="dk1"/>
              </a:buClr>
              <a:buSzPts val="1800"/>
              <a:buFont typeface="Calibri"/>
              <a:buChar char="-"/>
            </a:pPr>
            <a:r>
              <a:rPr lang="en-US" sz="1800" b="0" i="0" u="none" strike="noStrike" cap="none">
                <a:solidFill>
                  <a:schemeClr val="dk1"/>
                </a:solidFill>
                <a:latin typeface="Calibri"/>
                <a:ea typeface="Calibri"/>
                <a:cs typeface="Calibri"/>
                <a:sym typeface="Calibri"/>
              </a:rPr>
              <a:t>Helps to balance the load -&gt; better performance</a:t>
            </a:r>
            <a:endParaRPr/>
          </a:p>
          <a:p>
            <a:pPr marL="457200" marR="0" lvl="0" indent="-457200" algn="l" rtl="0">
              <a:lnSpc>
                <a:spcPct val="100000"/>
              </a:lnSpc>
              <a:spcBef>
                <a:spcPts val="900"/>
              </a:spcBef>
              <a:spcAft>
                <a:spcPts val="0"/>
              </a:spcAft>
              <a:buClr>
                <a:schemeClr val="dk1"/>
              </a:buClr>
              <a:buSzPts val="1800"/>
              <a:buFont typeface="Calibri"/>
              <a:buAutoNum type="arabicPeriod" startAt="3"/>
            </a:pPr>
            <a:r>
              <a:rPr lang="en-US" sz="1800" b="1" i="0" u="none">
                <a:solidFill>
                  <a:schemeClr val="dk1"/>
                </a:solidFill>
                <a:latin typeface="Calibri"/>
                <a:ea typeface="Calibri"/>
                <a:cs typeface="Calibri"/>
                <a:sym typeface="Calibri"/>
              </a:rPr>
              <a:t>Caching(special form of replication)</a:t>
            </a:r>
            <a:endParaRPr/>
          </a:p>
          <a:p>
            <a:pPr marL="457200" marR="0" lvl="1" indent="-457200" algn="l" rtl="0">
              <a:lnSpc>
                <a:spcPct val="100000"/>
              </a:lnSpc>
              <a:spcBef>
                <a:spcPts val="900"/>
              </a:spcBef>
              <a:spcAft>
                <a:spcPts val="0"/>
              </a:spcAft>
              <a:buClr>
                <a:schemeClr val="dk1"/>
              </a:buClr>
              <a:buSzPts val="1800"/>
              <a:buFont typeface="Calibri"/>
              <a:buChar char="-"/>
            </a:pPr>
            <a:r>
              <a:rPr lang="en-US" sz="1800" b="0" i="0" u="none" strike="noStrike" cap="none">
                <a:solidFill>
                  <a:schemeClr val="dk1"/>
                </a:solidFill>
                <a:latin typeface="Calibri"/>
                <a:ea typeface="Calibri"/>
                <a:cs typeface="Calibri"/>
                <a:sym typeface="Calibri"/>
              </a:rPr>
              <a:t>Allow client processes to access local copies:</a:t>
            </a:r>
            <a:endParaRPr/>
          </a:p>
          <a:p>
            <a:pPr marL="457200" marR="0" lvl="1" indent="-457200" algn="l" rtl="0">
              <a:lnSpc>
                <a:spcPct val="100000"/>
              </a:lnSpc>
              <a:spcBef>
                <a:spcPts val="900"/>
              </a:spcBef>
              <a:spcAft>
                <a:spcPts val="0"/>
              </a:spcAft>
              <a:buClr>
                <a:schemeClr val="dk1"/>
              </a:buClr>
              <a:buSzPts val="1800"/>
              <a:buFont typeface="Calibri"/>
              <a:buChar char="-"/>
            </a:pPr>
            <a:r>
              <a:rPr lang="en-US" sz="1800" b="0" i="0" u="none" strike="noStrike" cap="none">
                <a:solidFill>
                  <a:schemeClr val="dk1"/>
                </a:solidFill>
                <a:latin typeface="Calibri"/>
                <a:ea typeface="Calibri"/>
                <a:cs typeface="Calibri"/>
                <a:sym typeface="Calibri"/>
              </a:rPr>
              <a:t>Web caches (browser/Web proxy)</a:t>
            </a:r>
            <a:endParaRPr/>
          </a:p>
          <a:p>
            <a:pPr marL="457200" marR="0" lvl="1" indent="-457200" algn="l" rtl="0">
              <a:lnSpc>
                <a:spcPct val="100000"/>
              </a:lnSpc>
              <a:spcBef>
                <a:spcPts val="900"/>
              </a:spcBef>
              <a:spcAft>
                <a:spcPts val="0"/>
              </a:spcAft>
              <a:buClr>
                <a:schemeClr val="dk1"/>
              </a:buClr>
              <a:buSzPts val="1800"/>
              <a:buFont typeface="Calibri"/>
              <a:buChar char="-"/>
            </a:pPr>
            <a:r>
              <a:rPr lang="en-US" sz="1800" b="0" i="0" u="none" strike="noStrike" cap="none">
                <a:solidFill>
                  <a:schemeClr val="dk1"/>
                </a:solidFill>
                <a:latin typeface="Calibri"/>
                <a:ea typeface="Calibri"/>
                <a:cs typeface="Calibri"/>
                <a:sym typeface="Calibri"/>
              </a:rPr>
              <a:t>File caching (at server and client)</a:t>
            </a:r>
            <a:endParaRPr/>
          </a:p>
          <a:p>
            <a:pPr marL="457200" marR="0" lvl="1" indent="-457200" algn="l" rtl="0">
              <a:lnSpc>
                <a:spcPct val="100000"/>
              </a:lnSpc>
              <a:spcBef>
                <a:spcPts val="900"/>
              </a:spcBef>
              <a:spcAft>
                <a:spcPts val="0"/>
              </a:spcAft>
              <a:buClr>
                <a:schemeClr val="dk1"/>
              </a:buClr>
              <a:buSzPts val="1800"/>
              <a:buFont typeface="Calibri"/>
              <a:buChar char="-"/>
            </a:pPr>
            <a:r>
              <a:rPr lang="en-US" sz="1800" b="0" i="0" u="none" strike="noStrike" cap="none">
                <a:solidFill>
                  <a:schemeClr val="dk1"/>
                </a:solidFill>
                <a:latin typeface="Calibri"/>
                <a:ea typeface="Calibri"/>
                <a:cs typeface="Calibri"/>
                <a:sym typeface="Calibri"/>
              </a:rPr>
              <a:t>Caching is a decision made by the client of a resource and not by the owner of a resource</a:t>
            </a:r>
            <a:endParaRPr/>
          </a:p>
          <a:p>
            <a:pPr marL="457200" marR="0" lvl="1" indent="-457200" algn="l" rtl="0">
              <a:lnSpc>
                <a:spcPct val="100000"/>
              </a:lnSpc>
              <a:spcBef>
                <a:spcPts val="900"/>
              </a:spcBef>
              <a:spcAft>
                <a:spcPts val="0"/>
              </a:spcAft>
              <a:buClr>
                <a:schemeClr val="dk1"/>
              </a:buClr>
              <a:buSzPts val="1800"/>
              <a:buFont typeface="Calibri"/>
              <a:buChar char="-"/>
            </a:pPr>
            <a:r>
              <a:rPr lang="en-US" sz="1800" b="0" i="0" u="none" strike="noStrike" cap="none">
                <a:solidFill>
                  <a:schemeClr val="dk1"/>
                </a:solidFill>
                <a:latin typeface="Calibri"/>
                <a:ea typeface="Calibri"/>
                <a:cs typeface="Calibri"/>
                <a:sym typeface="Calibri"/>
              </a:rPr>
              <a:t>Problem with replication/caching - consistency</a:t>
            </a:r>
            <a:endParaRPr/>
          </a:p>
          <a:p>
            <a:pPr marL="0" marR="0" lvl="0" indent="0" algn="l" rtl="0">
              <a:lnSpc>
                <a:spcPct val="10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1"/>
          <p:cNvSpPr txBox="1">
            <a:spLocks noGrp="1"/>
          </p:cNvSpPr>
          <p:nvPr>
            <p:ph type="title"/>
          </p:nvPr>
        </p:nvSpPr>
        <p:spPr>
          <a:xfrm>
            <a:off x="609600" y="503237"/>
            <a:ext cx="8162925" cy="51911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Distributed System Architecture</a:t>
            </a:r>
            <a:endParaRPr/>
          </a:p>
        </p:txBody>
      </p:sp>
      <p:sp>
        <p:nvSpPr>
          <p:cNvPr id="232" name="Google Shape;232;p21"/>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70000"/>
              </a:lnSpc>
              <a:spcBef>
                <a:spcPts val="0"/>
              </a:spcBef>
              <a:spcAft>
                <a:spcPts val="0"/>
              </a:spcAft>
              <a:buClr>
                <a:schemeClr val="dk1"/>
              </a:buClr>
              <a:buSzPts val="1600"/>
              <a:buFont typeface="Arial"/>
              <a:buNone/>
            </a:pPr>
            <a:r>
              <a:rPr lang="en-US" sz="1600" b="1" i="0" u="sng">
                <a:solidFill>
                  <a:schemeClr val="dk1"/>
                </a:solidFill>
                <a:latin typeface="Calibri"/>
                <a:ea typeface="Calibri"/>
                <a:cs typeface="Calibri"/>
                <a:sym typeface="Calibri"/>
              </a:rPr>
              <a:t>Hardware Architecture:</a:t>
            </a:r>
            <a:r>
              <a:rPr lang="en-US" sz="1600" b="1" i="0" u="none">
                <a:solidFill>
                  <a:schemeClr val="dk1"/>
                </a:solidFill>
                <a:latin typeface="Calibri"/>
                <a:ea typeface="Calibri"/>
                <a:cs typeface="Calibri"/>
                <a:sym typeface="Calibri"/>
              </a:rPr>
              <a:t>                                             </a:t>
            </a:r>
            <a:r>
              <a:rPr lang="en-US" sz="1600" b="1" i="0" u="sng">
                <a:solidFill>
                  <a:schemeClr val="dk1"/>
                </a:solidFill>
                <a:latin typeface="Calibri"/>
                <a:ea typeface="Calibri"/>
                <a:cs typeface="Calibri"/>
                <a:sym typeface="Calibri"/>
              </a:rPr>
              <a:t>Software Architecture:</a:t>
            </a:r>
            <a:endParaRPr/>
          </a:p>
          <a:p>
            <a:pPr marL="342900" marR="0" lvl="0" indent="-342900" algn="l" rtl="0">
              <a:lnSpc>
                <a:spcPct val="70000"/>
              </a:lnSpc>
              <a:spcBef>
                <a:spcPts val="240"/>
              </a:spcBef>
              <a:spcAft>
                <a:spcPts val="0"/>
              </a:spcAft>
              <a:buClr>
                <a:schemeClr val="dk1"/>
              </a:buClr>
              <a:buSzPts val="1200"/>
              <a:buFont typeface="Arial"/>
              <a:buNone/>
            </a:pPr>
            <a:endParaRPr sz="1200" b="1" i="0" u="none">
              <a:solidFill>
                <a:schemeClr val="dk1"/>
              </a:solidFill>
              <a:latin typeface="Calibri"/>
              <a:ea typeface="Calibri"/>
              <a:cs typeface="Calibri"/>
              <a:sym typeface="Calibri"/>
            </a:endParaRPr>
          </a:p>
          <a:p>
            <a:pPr marL="342900" marR="0" lvl="0" indent="-342900" algn="l" rtl="0">
              <a:lnSpc>
                <a:spcPct val="70000"/>
              </a:lnSpc>
              <a:spcBef>
                <a:spcPts val="240"/>
              </a:spcBef>
              <a:spcAft>
                <a:spcPts val="0"/>
              </a:spcAft>
              <a:buClr>
                <a:schemeClr val="dk1"/>
              </a:buClr>
              <a:buSzPts val="1200"/>
              <a:buFont typeface="Arial"/>
              <a:buNone/>
            </a:pPr>
            <a:endParaRPr sz="1200" b="1" i="0" u="none">
              <a:solidFill>
                <a:schemeClr val="dk1"/>
              </a:solidFill>
              <a:latin typeface="Calibri"/>
              <a:ea typeface="Calibri"/>
              <a:cs typeface="Calibri"/>
              <a:sym typeface="Calibri"/>
            </a:endParaRPr>
          </a:p>
          <a:p>
            <a:pPr marL="342900" marR="0" lvl="0" indent="-342900" algn="l" rtl="0">
              <a:lnSpc>
                <a:spcPct val="70000"/>
              </a:lnSpc>
              <a:spcBef>
                <a:spcPts val="400"/>
              </a:spcBef>
              <a:spcAft>
                <a:spcPts val="0"/>
              </a:spcAft>
              <a:buClr>
                <a:schemeClr val="dk1"/>
              </a:buClr>
              <a:buSzPts val="2000"/>
              <a:buFont typeface="Arial"/>
              <a:buNone/>
            </a:pPr>
            <a:r>
              <a:rPr lang="en-US" sz="2000" b="0" i="0" u="none">
                <a:solidFill>
                  <a:schemeClr val="dk1"/>
                </a:solidFill>
                <a:latin typeface="Calibri"/>
                <a:ea typeface="Calibri"/>
                <a:cs typeface="Calibri"/>
                <a:sym typeface="Calibri"/>
              </a:rPr>
              <a:t>- Uniprocessor	                                        - Uniprocessor OS</a:t>
            </a:r>
            <a:endParaRPr/>
          </a:p>
          <a:p>
            <a:pPr marL="342900" marR="0" lvl="0" indent="-342900" algn="l" rtl="0">
              <a:lnSpc>
                <a:spcPct val="70000"/>
              </a:lnSpc>
              <a:spcBef>
                <a:spcPts val="400"/>
              </a:spcBef>
              <a:spcAft>
                <a:spcPts val="0"/>
              </a:spcAft>
              <a:buClr>
                <a:schemeClr val="dk1"/>
              </a:buClr>
              <a:buSzPts val="2000"/>
              <a:buFont typeface="Arial"/>
              <a:buNone/>
            </a:pPr>
            <a:r>
              <a:rPr lang="en-US" sz="2000" b="0" i="0" u="none">
                <a:solidFill>
                  <a:schemeClr val="dk1"/>
                </a:solidFill>
                <a:latin typeface="Calibri"/>
                <a:ea typeface="Calibri"/>
                <a:cs typeface="Calibri"/>
                <a:sym typeface="Calibri"/>
              </a:rPr>
              <a:t>- Multiprocessor                                          - Multiprocessor OS</a:t>
            </a:r>
            <a:endParaRPr/>
          </a:p>
          <a:p>
            <a:pPr marL="342900" marR="0" lvl="0" indent="-342900" algn="l" rtl="0">
              <a:lnSpc>
                <a:spcPct val="70000"/>
              </a:lnSpc>
              <a:spcBef>
                <a:spcPts val="400"/>
              </a:spcBef>
              <a:spcAft>
                <a:spcPts val="0"/>
              </a:spcAft>
              <a:buClr>
                <a:schemeClr val="dk1"/>
              </a:buClr>
              <a:buSzPts val="2000"/>
              <a:buFont typeface="Arial"/>
              <a:buNone/>
            </a:pPr>
            <a:r>
              <a:rPr lang="en-US" sz="2000" b="0" i="0" u="none">
                <a:solidFill>
                  <a:schemeClr val="dk1"/>
                </a:solidFill>
                <a:latin typeface="Calibri"/>
                <a:ea typeface="Calibri"/>
                <a:cs typeface="Calibri"/>
                <a:sym typeface="Calibri"/>
              </a:rPr>
              <a:t>- Multicomputer	                                        - Network OS (NOS)</a:t>
            </a:r>
            <a:endParaRPr/>
          </a:p>
          <a:p>
            <a:pPr marL="342900" marR="0" lvl="0" indent="-342900" algn="l" rtl="0">
              <a:lnSpc>
                <a:spcPct val="70000"/>
              </a:lnSpc>
              <a:spcBef>
                <a:spcPts val="400"/>
              </a:spcBef>
              <a:spcAft>
                <a:spcPts val="0"/>
              </a:spcAft>
              <a:buClr>
                <a:schemeClr val="dk1"/>
              </a:buClr>
              <a:buSzPts val="2000"/>
              <a:buFont typeface="Arial"/>
              <a:buNone/>
            </a:pPr>
            <a:r>
              <a:rPr lang="en-US" sz="2000" b="0" i="0" u="none">
                <a:solidFill>
                  <a:schemeClr val="dk1"/>
                </a:solidFill>
                <a:latin typeface="Calibri"/>
                <a:ea typeface="Calibri"/>
                <a:cs typeface="Calibri"/>
                <a:sym typeface="Calibri"/>
              </a:rPr>
              <a:t>                                                                        - Distributed OS (DOS)</a:t>
            </a:r>
            <a:endParaRPr/>
          </a:p>
          <a:p>
            <a:pPr marL="342900" marR="0" lvl="0" indent="-342900" algn="l" rtl="0">
              <a:lnSpc>
                <a:spcPct val="70000"/>
              </a:lnSpc>
              <a:spcBef>
                <a:spcPts val="400"/>
              </a:spcBef>
              <a:spcAft>
                <a:spcPts val="0"/>
              </a:spcAft>
              <a:buClr>
                <a:schemeClr val="dk1"/>
              </a:buClr>
              <a:buSzPts val="2000"/>
              <a:buFont typeface="Arial"/>
              <a:buNone/>
            </a:pPr>
            <a:r>
              <a:rPr lang="en-US" sz="2000" b="0" i="0" u="none">
                <a:solidFill>
                  <a:schemeClr val="dk1"/>
                </a:solidFill>
                <a:latin typeface="Calibri"/>
                <a:ea typeface="Calibri"/>
                <a:cs typeface="Calibri"/>
                <a:sym typeface="Calibri"/>
              </a:rPr>
              <a:t>                                                                        - Middleware </a:t>
            </a:r>
            <a:endParaRPr/>
          </a:p>
          <a:p>
            <a:pPr marL="342900" marR="0" lvl="0" indent="-342900" algn="l" rtl="0">
              <a:lnSpc>
                <a:spcPct val="70000"/>
              </a:lnSpc>
              <a:spcBef>
                <a:spcPts val="400"/>
              </a:spcBef>
              <a:spcAft>
                <a:spcPts val="0"/>
              </a:spcAft>
              <a:buClr>
                <a:schemeClr val="dk1"/>
              </a:buClr>
              <a:buSzPts val="2000"/>
              <a:buFont typeface="Arial"/>
              <a:buNone/>
            </a:pPr>
            <a:endParaRPr sz="2000" b="0" i="0" u="none">
              <a:solidFill>
                <a:schemeClr val="dk1"/>
              </a:solidFill>
              <a:latin typeface="Calibri"/>
              <a:ea typeface="Calibri"/>
              <a:cs typeface="Calibri"/>
              <a:sym typeface="Calibri"/>
            </a:endParaRPr>
          </a:p>
          <a:p>
            <a:pPr marL="342900" marR="0" lvl="0" indent="-228600" algn="l" rtl="0">
              <a:lnSpc>
                <a:spcPct val="70000"/>
              </a:lnSpc>
              <a:spcBef>
                <a:spcPts val="360"/>
              </a:spcBef>
              <a:spcAft>
                <a:spcPts val="0"/>
              </a:spcAft>
              <a:buClr>
                <a:schemeClr val="dk1"/>
              </a:buClr>
              <a:buSzPts val="1800"/>
              <a:buFont typeface="Arial"/>
              <a:buNone/>
            </a:pPr>
            <a:endParaRPr sz="1800" b="0" i="0" u="none">
              <a:solidFill>
                <a:schemeClr val="dk1"/>
              </a:solidFill>
              <a:latin typeface="Calibri"/>
              <a:ea typeface="Calibri"/>
              <a:cs typeface="Calibri"/>
              <a:sym typeface="Calibri"/>
            </a:endParaRPr>
          </a:p>
          <a:p>
            <a:pPr marL="342900" marR="0" lvl="0" indent="-228600" algn="l" rtl="0">
              <a:lnSpc>
                <a:spcPct val="70000"/>
              </a:lnSpc>
              <a:spcBef>
                <a:spcPts val="360"/>
              </a:spcBef>
              <a:spcAft>
                <a:spcPts val="0"/>
              </a:spcAft>
              <a:buClr>
                <a:schemeClr val="dk1"/>
              </a:buClr>
              <a:buSzPts val="1800"/>
              <a:buFont typeface="Arial"/>
              <a:buNone/>
            </a:pPr>
            <a:endParaRPr sz="1800" b="0" i="0" u="none">
              <a:solidFill>
                <a:schemeClr val="dk1"/>
              </a:solidFill>
              <a:latin typeface="Calibri"/>
              <a:ea typeface="Calibri"/>
              <a:cs typeface="Calibri"/>
              <a:sym typeface="Calibri"/>
            </a:endParaRPr>
          </a:p>
          <a:p>
            <a:pPr marL="342900" marR="0" lvl="0" indent="-228600" algn="l" rtl="0">
              <a:lnSpc>
                <a:spcPct val="70000"/>
              </a:lnSpc>
              <a:spcBef>
                <a:spcPts val="360"/>
              </a:spcBef>
              <a:spcAft>
                <a:spcPts val="0"/>
              </a:spcAft>
              <a:buClr>
                <a:schemeClr val="dk1"/>
              </a:buClr>
              <a:buSzPts val="1800"/>
              <a:buFont typeface="Arial"/>
              <a:buNone/>
            </a:pPr>
            <a:endParaRPr sz="1800" b="0" i="0" u="none">
              <a:solidFill>
                <a:schemeClr val="dk1"/>
              </a:solidFill>
              <a:latin typeface="Calibri"/>
              <a:ea typeface="Calibri"/>
              <a:cs typeface="Calibri"/>
              <a:sym typeface="Calibri"/>
            </a:endParaRPr>
          </a:p>
          <a:p>
            <a:pPr marL="342900" marR="0" lvl="0" indent="-342900" algn="l" rtl="0">
              <a:lnSpc>
                <a:spcPct val="70000"/>
              </a:lnSpc>
              <a:spcBef>
                <a:spcPts val="400"/>
              </a:spcBef>
              <a:spcAft>
                <a:spcPts val="0"/>
              </a:spcAft>
              <a:buClr>
                <a:schemeClr val="dk1"/>
              </a:buClr>
              <a:buSzPts val="2000"/>
              <a:buFont typeface="Arial"/>
              <a:buChar char="•"/>
            </a:pPr>
            <a:r>
              <a:rPr lang="en-US" sz="2000" b="0" i="0" u="none">
                <a:solidFill>
                  <a:schemeClr val="dk1"/>
                </a:solidFill>
                <a:latin typeface="Calibri"/>
                <a:ea typeface="Calibri"/>
                <a:cs typeface="Calibri"/>
                <a:sym typeface="Calibri"/>
              </a:rPr>
              <a:t>A key characteristic of distributed systems that includes</a:t>
            </a:r>
            <a:endParaRPr sz="2000" b="0" i="0" u="none">
              <a:solidFill>
                <a:schemeClr val="dk1"/>
              </a:solidFill>
              <a:latin typeface="Calibri"/>
              <a:ea typeface="Calibri"/>
              <a:cs typeface="Calibri"/>
              <a:sym typeface="Calibri"/>
            </a:endParaRPr>
          </a:p>
          <a:p>
            <a:pPr marL="742950" marR="0" lvl="1" indent="-285750" algn="l" rtl="0">
              <a:lnSpc>
                <a:spcPct val="70000"/>
              </a:lnSpc>
              <a:spcBef>
                <a:spcPts val="36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a hardware aspect (independent computers) </a:t>
            </a:r>
            <a:endParaRPr sz="1800" b="0" i="0" u="none" strike="noStrike" cap="none">
              <a:solidFill>
                <a:schemeClr val="dk1"/>
              </a:solidFill>
              <a:latin typeface="Calibri"/>
              <a:ea typeface="Calibri"/>
              <a:cs typeface="Calibri"/>
              <a:sym typeface="Calibri"/>
            </a:endParaRPr>
          </a:p>
          <a:p>
            <a:pPr marL="742950" marR="0" lvl="1" indent="-285750" algn="l" rtl="0">
              <a:lnSpc>
                <a:spcPct val="70000"/>
              </a:lnSpc>
              <a:spcBef>
                <a:spcPts val="36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and a software aspect (performing a task and providing a service)</a:t>
            </a:r>
            <a:endParaRPr/>
          </a:p>
          <a:p>
            <a:pPr marL="342900" marR="0" lvl="0" indent="-342900" algn="l" rtl="0">
              <a:lnSpc>
                <a:spcPct val="70000"/>
              </a:lnSpc>
              <a:spcBef>
                <a:spcPts val="360"/>
              </a:spcBef>
              <a:spcAft>
                <a:spcPts val="0"/>
              </a:spcAft>
              <a:buClr>
                <a:schemeClr val="dk1"/>
              </a:buClr>
              <a:buSzPts val="1800"/>
              <a:buFont typeface="Arial"/>
              <a:buNone/>
            </a:pPr>
            <a:endParaRPr sz="1800" b="0" i="0" u="none">
              <a:solidFill>
                <a:schemeClr val="dk1"/>
              </a:solidFill>
              <a:latin typeface="Calibri"/>
              <a:ea typeface="Calibri"/>
              <a:cs typeface="Calibri"/>
              <a:sym typeface="Calibri"/>
            </a:endParaRPr>
          </a:p>
          <a:p>
            <a:pPr marL="342900" marR="0" lvl="0" indent="-342900" algn="l" rtl="0">
              <a:lnSpc>
                <a:spcPct val="70000"/>
              </a:lnSpc>
              <a:spcBef>
                <a:spcPts val="240"/>
              </a:spcBef>
              <a:spcAft>
                <a:spcPts val="0"/>
              </a:spcAft>
              <a:buClr>
                <a:schemeClr val="dk1"/>
              </a:buClr>
              <a:buSzPts val="1200"/>
              <a:buFont typeface="Arial"/>
              <a:buNone/>
            </a:pPr>
            <a:br>
              <a:rPr lang="en-US" sz="1200" b="0" i="0" u="none">
                <a:solidFill>
                  <a:schemeClr val="dk1"/>
                </a:solidFill>
                <a:latin typeface="Calibri"/>
                <a:ea typeface="Calibri"/>
                <a:cs typeface="Calibri"/>
                <a:sym typeface="Calibri"/>
              </a:rPr>
            </a:b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2"/>
          <p:cNvSpPr txBox="1"/>
          <p:nvPr/>
        </p:nvSpPr>
        <p:spPr>
          <a:xfrm>
            <a:off x="1066800" y="533400"/>
            <a:ext cx="7315200" cy="584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Distributed Systems: Hardware Concepts</a:t>
            </a:r>
            <a:endParaRPr/>
          </a:p>
        </p:txBody>
      </p:sp>
      <p:sp>
        <p:nvSpPr>
          <p:cNvPr id="239" name="Google Shape;239;p22"/>
          <p:cNvSpPr txBox="1"/>
          <p:nvPr/>
        </p:nvSpPr>
        <p:spPr>
          <a:xfrm>
            <a:off x="533400" y="1447800"/>
            <a:ext cx="8153400" cy="4894262"/>
          </a:xfrm>
          <a:prstGeom prst="rect">
            <a:avLst/>
          </a:prstGeom>
          <a:noFill/>
          <a:ln>
            <a:noFill/>
          </a:ln>
        </p:spPr>
        <p:txBody>
          <a:bodyPr spcFirstLastPara="1" wrap="square" lIns="91425" tIns="45700" rIns="91425" bIns="45700" anchor="t" anchorCtr="0">
            <a:spAutoFit/>
          </a:bodyPr>
          <a:lstStyle/>
          <a:p>
            <a:pPr marL="0" marR="0" lvl="0" indent="-152400" algn="l" rtl="0">
              <a:lnSpc>
                <a:spcPct val="10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 </a:t>
            </a:r>
            <a:r>
              <a:rPr lang="en-US" sz="2400" b="0" i="0" u="sng">
                <a:solidFill>
                  <a:schemeClr val="dk1"/>
                </a:solidFill>
                <a:latin typeface="Calibri"/>
                <a:ea typeface="Calibri"/>
                <a:cs typeface="Calibri"/>
                <a:sym typeface="Calibri"/>
              </a:rPr>
              <a:t>Multiprocessors</a:t>
            </a:r>
            <a:endParaRPr/>
          </a:p>
          <a:p>
            <a:pPr marL="0" marR="0" lvl="0" indent="-152400" algn="l" rtl="0">
              <a:lnSpc>
                <a:spcPct val="10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 All the CPUs have direct access to the shared memory</a:t>
            </a:r>
            <a:endParaRPr/>
          </a:p>
          <a:p>
            <a:pPr marL="0" marR="0" lvl="0" indent="-152400" algn="l" rtl="0">
              <a:lnSpc>
                <a:spcPct val="10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 bus based – limited scalability</a:t>
            </a:r>
            <a:endParaRPr/>
          </a:p>
          <a:p>
            <a:pPr marL="0" marR="0" lvl="0" indent="-152400" algn="l" rtl="0">
              <a:lnSpc>
                <a:spcPct val="10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 crosspoint switch – for large n, nxn switches are required</a:t>
            </a:r>
            <a:endParaRPr/>
          </a:p>
          <a:p>
            <a:pPr marL="0" marR="0" lvl="0" indent="-152400" algn="l" rtl="0">
              <a:lnSpc>
                <a:spcPct val="10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 omega switching network – less switches</a:t>
            </a:r>
            <a:endParaRPr/>
          </a:p>
          <a:p>
            <a:pPr marL="0" marR="0" lvl="0" indent="-152400" algn="l" rtl="0">
              <a:lnSpc>
                <a:spcPct val="10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 NUMA</a:t>
            </a:r>
            <a:endParaRPr/>
          </a:p>
          <a:p>
            <a:pPr marL="0" marR="0" lvl="0" indent="0" algn="l" rtl="0">
              <a:lnSpc>
                <a:spcPct val="100000"/>
              </a:lnSpc>
              <a:spcBef>
                <a:spcPts val="0"/>
              </a:spcBef>
              <a:spcAft>
                <a:spcPts val="0"/>
              </a:spcAft>
              <a:buClr>
                <a:schemeClr val="dk1"/>
              </a:buClr>
              <a:buSzPts val="2400"/>
              <a:buFont typeface="Verdana"/>
              <a:buNone/>
            </a:pPr>
            <a:endParaRPr sz="2400" b="0" i="0" u="none">
              <a:solidFill>
                <a:schemeClr val="dk1"/>
              </a:solidFill>
              <a:latin typeface="Calibri"/>
              <a:ea typeface="Calibri"/>
              <a:cs typeface="Calibri"/>
              <a:sym typeface="Calibri"/>
            </a:endParaRPr>
          </a:p>
          <a:p>
            <a:pPr marL="0" marR="0" lvl="0" indent="-152400" algn="l" rtl="0">
              <a:lnSpc>
                <a:spcPct val="10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 </a:t>
            </a:r>
            <a:r>
              <a:rPr lang="en-US" sz="2400" b="0" i="0" u="sng">
                <a:solidFill>
                  <a:schemeClr val="dk1"/>
                </a:solidFill>
                <a:latin typeface="Calibri"/>
                <a:ea typeface="Calibri"/>
                <a:cs typeface="Calibri"/>
                <a:sym typeface="Calibri"/>
              </a:rPr>
              <a:t>Multicomputers</a:t>
            </a:r>
            <a:endParaRPr/>
          </a:p>
          <a:p>
            <a:pPr marL="0" marR="0" lvl="0" indent="-152400" algn="l" rtl="0">
              <a:lnSpc>
                <a:spcPct val="10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 Homogeneous </a:t>
            </a:r>
            <a:endParaRPr/>
          </a:p>
          <a:p>
            <a:pPr marL="0" marR="0" lvl="0" indent="-152400" algn="l" rtl="0">
              <a:lnSpc>
                <a:spcPct val="10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 Heterogeneous</a:t>
            </a:r>
            <a:endParaRPr/>
          </a:p>
          <a:p>
            <a:pPr marL="0" marR="0" lvl="0" indent="0" algn="l" rtl="0">
              <a:lnSpc>
                <a:spcPct val="100000"/>
              </a:lnSpc>
              <a:spcBef>
                <a:spcPts val="0"/>
              </a:spcBef>
              <a:spcAft>
                <a:spcPts val="0"/>
              </a:spcAft>
              <a:buClr>
                <a:schemeClr val="dk1"/>
              </a:buClr>
              <a:buSzPts val="2400"/>
              <a:buFont typeface="Verdana"/>
              <a:buNone/>
            </a:pPr>
            <a:endParaRPr sz="2400" b="0" i="0" u="none">
              <a:solidFill>
                <a:schemeClr val="dk1"/>
              </a:solidFill>
              <a:latin typeface="Calibri"/>
              <a:ea typeface="Calibri"/>
              <a:cs typeface="Calibri"/>
              <a:sym typeface="Calibri"/>
            </a:endParaRPr>
          </a:p>
          <a:p>
            <a:pPr marL="0" marR="0" lvl="0" indent="-152400" algn="l" rtl="0">
              <a:lnSpc>
                <a:spcPct val="100000"/>
              </a:lnSpc>
              <a:spcBef>
                <a:spcPts val="0"/>
              </a:spcBef>
              <a:spcAft>
                <a:spcPts val="0"/>
              </a:spcAft>
              <a:buClr>
                <a:schemeClr val="dk1"/>
              </a:buClr>
              <a:buSzPts val="2400"/>
              <a:buFont typeface="Calibri"/>
              <a:buChar char="•"/>
            </a:pPr>
            <a:r>
              <a:rPr lang="en-US" sz="2400" b="0" i="0" u="sng">
                <a:solidFill>
                  <a:schemeClr val="dk1"/>
                </a:solidFill>
                <a:latin typeface="Calibri"/>
                <a:ea typeface="Calibri"/>
                <a:cs typeface="Calibri"/>
                <a:sym typeface="Calibri"/>
              </a:rPr>
              <a:t> Networks of Computers</a:t>
            </a:r>
            <a:endParaRPr/>
          </a:p>
          <a:p>
            <a:pPr marL="0" marR="0" lvl="0" indent="0" algn="l" rtl="0">
              <a:lnSpc>
                <a:spcPct val="100000"/>
              </a:lnSpc>
              <a:spcBef>
                <a:spcPts val="0"/>
              </a:spcBef>
              <a:spcAft>
                <a:spcPts val="0"/>
              </a:spcAft>
              <a:buClr>
                <a:schemeClr val="dk1"/>
              </a:buClr>
              <a:buSzPts val="2400"/>
              <a:buFont typeface="Calibri"/>
              <a:buNone/>
            </a:pPr>
            <a:r>
              <a:rPr lang="en-US" sz="2400" b="0" i="0" u="none">
                <a:solidFill>
                  <a:schemeClr val="dk1"/>
                </a:solidFill>
                <a:latin typeface="Calibri"/>
                <a:ea typeface="Calibri"/>
                <a:cs typeface="Calibri"/>
                <a:sym typeface="Calibri"/>
              </a:rPr>
              <a:t>- High degree of node and network heterogeneity</a:t>
            </a:r>
            <a:endParaRPr/>
          </a:p>
        </p:txBody>
      </p:sp>
      <p:pic>
        <p:nvPicPr>
          <p:cNvPr id="240" name="Google Shape;240;p22"/>
          <p:cNvPicPr preferRelativeResize="0"/>
          <p:nvPr/>
        </p:nvPicPr>
        <p:blipFill rotWithShape="1">
          <a:blip r:embed="rId3">
            <a:alphaModFix/>
          </a:blip>
          <a:srcRect/>
          <a:stretch/>
        </p:blipFill>
        <p:spPr>
          <a:xfrm>
            <a:off x="4114800" y="3429000"/>
            <a:ext cx="4867275" cy="2222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3"/>
          <p:cNvSpPr txBox="1">
            <a:spLocks noGrp="1"/>
          </p:cNvSpPr>
          <p:nvPr>
            <p:ph type="title"/>
          </p:nvPr>
        </p:nvSpPr>
        <p:spPr>
          <a:xfrm>
            <a:off x="609600" y="503237"/>
            <a:ext cx="8162925" cy="51911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Uniprocessor</a:t>
            </a:r>
            <a:endParaRPr/>
          </a:p>
        </p:txBody>
      </p:sp>
      <p:sp>
        <p:nvSpPr>
          <p:cNvPr id="246" name="Google Shape;246;p23"/>
          <p:cNvSpPr txBox="1">
            <a:spLocks noGrp="1"/>
          </p:cNvSpPr>
          <p:nvPr>
            <p:ph type="body" idx="1"/>
          </p:nvPr>
        </p:nvSpPr>
        <p:spPr>
          <a:xfrm>
            <a:off x="609600" y="1295400"/>
            <a:ext cx="3978275" cy="4876800"/>
          </a:xfrm>
          <a:prstGeom prst="rect">
            <a:avLst/>
          </a:prstGeom>
          <a:noFill/>
          <a:ln>
            <a:noFill/>
          </a:ln>
        </p:spPr>
        <p:txBody>
          <a:bodyPr spcFirstLastPara="1" wrap="square" lIns="91425" tIns="45700" rIns="91425" bIns="45700" anchor="t" anchorCtr="0">
            <a:noAutofit/>
          </a:bodyPr>
          <a:lstStyle/>
          <a:p>
            <a:pPr marL="533400" lvl="0" indent="-533400" algn="l" rtl="0">
              <a:lnSpc>
                <a:spcPct val="100000"/>
              </a:lnSpc>
              <a:spcBef>
                <a:spcPts val="0"/>
              </a:spcBef>
              <a:spcAft>
                <a:spcPts val="0"/>
              </a:spcAft>
              <a:buClr>
                <a:schemeClr val="dk1"/>
              </a:buClr>
              <a:buSzPts val="2800"/>
              <a:buNone/>
            </a:pPr>
            <a:r>
              <a:rPr lang="en-US" sz="2800" b="0" i="0" u="none">
                <a:solidFill>
                  <a:schemeClr val="dk1"/>
                </a:solidFill>
                <a:latin typeface="Calibri"/>
                <a:ea typeface="Calibri"/>
                <a:cs typeface="Calibri"/>
                <a:sym typeface="Calibri"/>
              </a:rPr>
              <a:t>																		</a:t>
            </a:r>
            <a:endParaRPr/>
          </a:p>
          <a:p>
            <a:pPr marL="533400" lvl="0" indent="-533400" algn="l" rtl="0">
              <a:lnSpc>
                <a:spcPct val="100000"/>
              </a:lnSpc>
              <a:spcBef>
                <a:spcPts val="400"/>
              </a:spcBef>
              <a:spcAft>
                <a:spcPts val="0"/>
              </a:spcAft>
              <a:buClr>
                <a:schemeClr val="dk1"/>
              </a:buClr>
              <a:buSzPts val="2000"/>
              <a:buNone/>
            </a:pPr>
            <a:r>
              <a:rPr lang="en-US" sz="2000" b="1" i="0" u="none">
                <a:solidFill>
                  <a:schemeClr val="dk1"/>
                </a:solidFill>
                <a:latin typeface="Calibri"/>
                <a:ea typeface="Calibri"/>
                <a:cs typeface="Calibri"/>
                <a:sym typeface="Calibri"/>
              </a:rPr>
              <a:t>Properties:</a:t>
            </a:r>
            <a:endParaRPr/>
          </a:p>
          <a:p>
            <a:pPr marL="533400" lvl="0" indent="-533400" algn="l" rtl="0">
              <a:lnSpc>
                <a:spcPct val="100000"/>
              </a:lnSpc>
              <a:spcBef>
                <a:spcPts val="400"/>
              </a:spcBef>
              <a:spcAft>
                <a:spcPts val="0"/>
              </a:spcAft>
              <a:buClr>
                <a:schemeClr val="dk1"/>
              </a:buClr>
              <a:buSzPts val="2000"/>
              <a:buFont typeface="Noto Sans Symbols"/>
              <a:buAutoNum type="arabicPeriod"/>
            </a:pPr>
            <a:r>
              <a:rPr lang="en-US" sz="2000" b="0" i="0" u="none">
                <a:solidFill>
                  <a:schemeClr val="dk1"/>
                </a:solidFill>
                <a:latin typeface="Calibri"/>
                <a:ea typeface="Calibri"/>
                <a:cs typeface="Calibri"/>
                <a:sym typeface="Calibri"/>
              </a:rPr>
              <a:t>Single processor</a:t>
            </a:r>
            <a:endParaRPr/>
          </a:p>
          <a:p>
            <a:pPr marL="533400" lvl="0" indent="-533400" algn="l" rtl="0">
              <a:lnSpc>
                <a:spcPct val="100000"/>
              </a:lnSpc>
              <a:spcBef>
                <a:spcPts val="400"/>
              </a:spcBef>
              <a:spcAft>
                <a:spcPts val="0"/>
              </a:spcAft>
              <a:buClr>
                <a:schemeClr val="dk1"/>
              </a:buClr>
              <a:buSzPts val="2000"/>
              <a:buFont typeface="Noto Sans Symbols"/>
              <a:buAutoNum type="arabicPeriod"/>
            </a:pPr>
            <a:r>
              <a:rPr lang="en-US" sz="2000" b="0" i="0" u="none">
                <a:solidFill>
                  <a:schemeClr val="dk1"/>
                </a:solidFill>
                <a:latin typeface="Calibri"/>
                <a:ea typeface="Calibri"/>
                <a:cs typeface="Calibri"/>
                <a:sym typeface="Calibri"/>
              </a:rPr>
              <a:t>Direct memory access</a:t>
            </a:r>
            <a:endParaRPr/>
          </a:p>
        </p:txBody>
      </p:sp>
      <p:pic>
        <p:nvPicPr>
          <p:cNvPr id="247" name="Google Shape;247;p23"/>
          <p:cNvPicPr preferRelativeResize="0">
            <a:picLocks noGrp="1"/>
          </p:cNvPicPr>
          <p:nvPr>
            <p:ph type="body" idx="1"/>
          </p:nvPr>
        </p:nvPicPr>
        <p:blipFill rotWithShape="1">
          <a:blip r:embed="rId3">
            <a:alphaModFix/>
          </a:blip>
          <a:srcRect/>
          <a:stretch/>
        </p:blipFill>
        <p:spPr>
          <a:xfrm>
            <a:off x="4114800" y="1828800"/>
            <a:ext cx="914400" cy="13144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4"/>
          <p:cNvSpPr txBox="1">
            <a:spLocks noGrp="1"/>
          </p:cNvSpPr>
          <p:nvPr>
            <p:ph type="title"/>
          </p:nvPr>
        </p:nvSpPr>
        <p:spPr>
          <a:xfrm>
            <a:off x="685800" y="152400"/>
            <a:ext cx="8162925" cy="6413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Multiprocessors</a:t>
            </a:r>
            <a:endParaRPr/>
          </a:p>
        </p:txBody>
      </p:sp>
      <p:sp>
        <p:nvSpPr>
          <p:cNvPr id="253" name="Google Shape;253;p24"/>
          <p:cNvSpPr txBox="1">
            <a:spLocks noGrp="1"/>
          </p:cNvSpPr>
          <p:nvPr>
            <p:ph type="body" idx="1"/>
          </p:nvPr>
        </p:nvSpPr>
        <p:spPr>
          <a:xfrm>
            <a:off x="609600" y="990600"/>
            <a:ext cx="8229600" cy="5562600"/>
          </a:xfrm>
          <a:prstGeom prst="rect">
            <a:avLst/>
          </a:prstGeom>
          <a:noFill/>
          <a:ln>
            <a:noFill/>
          </a:ln>
        </p:spPr>
        <p:txBody>
          <a:bodyPr spcFirstLastPara="1" wrap="square" lIns="91425" tIns="45700" rIns="91425" bIns="45700" anchor="t" anchorCtr="0">
            <a:normAutofit/>
          </a:bodyPr>
          <a:lstStyle/>
          <a:p>
            <a:pPr marL="533400" lvl="0" indent="-533400" algn="l" rtl="0">
              <a:lnSpc>
                <a:spcPct val="70000"/>
              </a:lnSpc>
              <a:spcBef>
                <a:spcPts val="0"/>
              </a:spcBef>
              <a:spcAft>
                <a:spcPts val="0"/>
              </a:spcAft>
              <a:buClr>
                <a:schemeClr val="dk1"/>
              </a:buClr>
              <a:buSzPts val="1900"/>
              <a:buFont typeface="Arial"/>
              <a:buChar char="•"/>
            </a:pPr>
            <a:r>
              <a:rPr lang="en-US" sz="1900" b="0" i="0" u="none">
                <a:solidFill>
                  <a:schemeClr val="dk1"/>
                </a:solidFill>
                <a:latin typeface="Calibri"/>
                <a:ea typeface="Calibri"/>
                <a:cs typeface="Calibri"/>
                <a:sym typeface="Calibri"/>
              </a:rPr>
              <a:t>Those that have shared memory, usually called multiprocessors</a:t>
            </a:r>
            <a:endParaRPr/>
          </a:p>
          <a:p>
            <a:pPr marL="533400" lvl="0" indent="-533400" algn="l" rtl="0">
              <a:lnSpc>
                <a:spcPct val="70000"/>
              </a:lnSpc>
              <a:spcBef>
                <a:spcPts val="380"/>
              </a:spcBef>
              <a:spcAft>
                <a:spcPts val="0"/>
              </a:spcAft>
              <a:buClr>
                <a:schemeClr val="dk1"/>
              </a:buClr>
              <a:buSzPts val="1900"/>
              <a:buFont typeface="Arial"/>
              <a:buChar char="•"/>
            </a:pPr>
            <a:r>
              <a:rPr lang="en-US" sz="1900" b="0" i="0" u="none">
                <a:solidFill>
                  <a:schemeClr val="dk1"/>
                </a:solidFill>
                <a:latin typeface="Calibri"/>
                <a:ea typeface="Calibri"/>
                <a:cs typeface="Calibri"/>
                <a:sym typeface="Calibri"/>
              </a:rPr>
              <a:t>Those that have </a:t>
            </a:r>
            <a:r>
              <a:rPr lang="en-US" sz="1900" b="1" i="0" u="none">
                <a:solidFill>
                  <a:schemeClr val="dk1"/>
                </a:solidFill>
                <a:latin typeface="Calibri"/>
                <a:ea typeface="Calibri"/>
                <a:cs typeface="Calibri"/>
                <a:sym typeface="Calibri"/>
              </a:rPr>
              <a:t>NOT</a:t>
            </a:r>
            <a:r>
              <a:rPr lang="en-US" sz="1900" b="0" i="0" u="none">
                <a:solidFill>
                  <a:schemeClr val="dk1"/>
                </a:solidFill>
                <a:latin typeface="Calibri"/>
                <a:ea typeface="Calibri"/>
                <a:cs typeface="Calibri"/>
                <a:sym typeface="Calibri"/>
              </a:rPr>
              <a:t> shared memory, usually called Multicomputers.</a:t>
            </a:r>
            <a:endParaRPr/>
          </a:p>
          <a:p>
            <a:pPr marL="533400" lvl="0" indent="-533400" algn="l" rtl="0">
              <a:lnSpc>
                <a:spcPct val="70000"/>
              </a:lnSpc>
              <a:spcBef>
                <a:spcPts val="380"/>
              </a:spcBef>
              <a:spcAft>
                <a:spcPts val="0"/>
              </a:spcAft>
              <a:buClr>
                <a:schemeClr val="dk1"/>
              </a:buClr>
              <a:buSzPts val="1900"/>
              <a:buFont typeface="Arial"/>
              <a:buChar char="•"/>
            </a:pPr>
            <a:r>
              <a:rPr lang="en-US" sz="1900" b="0" i="0" u="none">
                <a:solidFill>
                  <a:schemeClr val="dk1"/>
                </a:solidFill>
                <a:latin typeface="Calibri"/>
                <a:ea typeface="Calibri"/>
                <a:cs typeface="Calibri"/>
                <a:sym typeface="Calibri"/>
              </a:rPr>
              <a:t>Typically, there are 2 major types of Parallel Architectures that are common in the industry: Shared Memory Architecture and Distributed Memory Architecture. </a:t>
            </a:r>
            <a:endParaRPr/>
          </a:p>
          <a:p>
            <a:pPr marL="533400" lvl="0" indent="-533400" algn="l" rtl="0">
              <a:lnSpc>
                <a:spcPct val="70000"/>
              </a:lnSpc>
              <a:spcBef>
                <a:spcPts val="380"/>
              </a:spcBef>
              <a:spcAft>
                <a:spcPts val="0"/>
              </a:spcAft>
              <a:buClr>
                <a:schemeClr val="dk1"/>
              </a:buClr>
              <a:buSzPts val="1900"/>
              <a:buFont typeface="Arial"/>
              <a:buChar char="•"/>
            </a:pPr>
            <a:r>
              <a:rPr lang="en-US" sz="1900" b="0" i="0" u="none">
                <a:solidFill>
                  <a:schemeClr val="dk1"/>
                </a:solidFill>
                <a:latin typeface="Calibri"/>
                <a:ea typeface="Calibri"/>
                <a:cs typeface="Calibri"/>
                <a:sym typeface="Calibri"/>
              </a:rPr>
              <a:t>Shared Memory Architecture, again, is of two types</a:t>
            </a:r>
            <a:endParaRPr/>
          </a:p>
          <a:p>
            <a:pPr marL="533400" lvl="0" indent="-533400" algn="l" rtl="0">
              <a:lnSpc>
                <a:spcPct val="70000"/>
              </a:lnSpc>
              <a:spcBef>
                <a:spcPts val="380"/>
              </a:spcBef>
              <a:spcAft>
                <a:spcPts val="0"/>
              </a:spcAft>
              <a:buClr>
                <a:schemeClr val="dk1"/>
              </a:buClr>
              <a:buSzPts val="1900"/>
              <a:buNone/>
            </a:pPr>
            <a:r>
              <a:rPr lang="en-US" sz="1900" b="0" i="0" u="none">
                <a:solidFill>
                  <a:schemeClr val="dk1"/>
                </a:solidFill>
                <a:latin typeface="Calibri"/>
                <a:ea typeface="Calibri"/>
                <a:cs typeface="Calibri"/>
                <a:sym typeface="Calibri"/>
              </a:rPr>
              <a:t>	- Uniform Memory Access (UMA)</a:t>
            </a:r>
            <a:endParaRPr/>
          </a:p>
          <a:p>
            <a:pPr marL="533400" lvl="0" indent="-533400" algn="l" rtl="0">
              <a:lnSpc>
                <a:spcPct val="70000"/>
              </a:lnSpc>
              <a:spcBef>
                <a:spcPts val="380"/>
              </a:spcBef>
              <a:spcAft>
                <a:spcPts val="0"/>
              </a:spcAft>
              <a:buClr>
                <a:schemeClr val="dk1"/>
              </a:buClr>
              <a:buSzPts val="1900"/>
              <a:buNone/>
            </a:pPr>
            <a:r>
              <a:rPr lang="en-US" sz="1900" b="0" i="0" u="none">
                <a:solidFill>
                  <a:schemeClr val="dk1"/>
                </a:solidFill>
                <a:latin typeface="Calibri"/>
                <a:ea typeface="Calibri"/>
                <a:cs typeface="Calibri"/>
                <a:sym typeface="Calibri"/>
              </a:rPr>
              <a:t>	- Non-Uniform Memory Access (NUMA). 																		</a:t>
            </a:r>
            <a:endParaRPr/>
          </a:p>
          <a:p>
            <a:pPr marL="533400" lvl="0" indent="-533400" algn="l" rtl="0">
              <a:lnSpc>
                <a:spcPct val="70000"/>
              </a:lnSpc>
              <a:spcBef>
                <a:spcPts val="380"/>
              </a:spcBef>
              <a:spcAft>
                <a:spcPts val="0"/>
              </a:spcAft>
              <a:buClr>
                <a:schemeClr val="dk1"/>
              </a:buClr>
              <a:buSzPts val="1900"/>
              <a:buNone/>
            </a:pPr>
            <a:endParaRPr sz="1900" b="0" i="0" u="none">
              <a:solidFill>
                <a:schemeClr val="dk1"/>
              </a:solidFill>
              <a:latin typeface="Calibri"/>
              <a:ea typeface="Calibri"/>
              <a:cs typeface="Calibri"/>
              <a:sym typeface="Calibri"/>
            </a:endParaRPr>
          </a:p>
          <a:p>
            <a:pPr marL="533400" lvl="0" indent="-533400" algn="l" rtl="0">
              <a:lnSpc>
                <a:spcPct val="70000"/>
              </a:lnSpc>
              <a:spcBef>
                <a:spcPts val="380"/>
              </a:spcBef>
              <a:spcAft>
                <a:spcPts val="0"/>
              </a:spcAft>
              <a:buClr>
                <a:schemeClr val="dk1"/>
              </a:buClr>
              <a:buSzPts val="1900"/>
              <a:buNone/>
            </a:pPr>
            <a:endParaRPr sz="1900" b="0" i="0" u="none">
              <a:solidFill>
                <a:schemeClr val="dk1"/>
              </a:solidFill>
              <a:latin typeface="Calibri"/>
              <a:ea typeface="Calibri"/>
              <a:cs typeface="Calibri"/>
              <a:sym typeface="Calibri"/>
            </a:endParaRPr>
          </a:p>
          <a:p>
            <a:pPr marL="533400" lvl="0" indent="-533400" algn="l" rtl="0">
              <a:lnSpc>
                <a:spcPct val="70000"/>
              </a:lnSpc>
              <a:spcBef>
                <a:spcPts val="380"/>
              </a:spcBef>
              <a:spcAft>
                <a:spcPts val="0"/>
              </a:spcAft>
              <a:buClr>
                <a:schemeClr val="dk1"/>
              </a:buClr>
              <a:buSzPts val="1900"/>
              <a:buNone/>
            </a:pPr>
            <a:endParaRPr sz="1900" b="0" i="0" u="none">
              <a:solidFill>
                <a:schemeClr val="dk1"/>
              </a:solidFill>
              <a:latin typeface="Calibri"/>
              <a:ea typeface="Calibri"/>
              <a:cs typeface="Calibri"/>
              <a:sym typeface="Calibri"/>
            </a:endParaRPr>
          </a:p>
          <a:p>
            <a:pPr marL="533400" lvl="0" indent="-533400" algn="l" rtl="0">
              <a:lnSpc>
                <a:spcPct val="70000"/>
              </a:lnSpc>
              <a:spcBef>
                <a:spcPts val="380"/>
              </a:spcBef>
              <a:spcAft>
                <a:spcPts val="0"/>
              </a:spcAft>
              <a:buClr>
                <a:schemeClr val="dk1"/>
              </a:buClr>
              <a:buSzPts val="1900"/>
              <a:buNone/>
            </a:pPr>
            <a:endParaRPr sz="1900" b="0" i="0" u="none">
              <a:solidFill>
                <a:schemeClr val="dk1"/>
              </a:solidFill>
              <a:latin typeface="Calibri"/>
              <a:ea typeface="Calibri"/>
              <a:cs typeface="Calibri"/>
              <a:sym typeface="Calibri"/>
            </a:endParaRPr>
          </a:p>
          <a:p>
            <a:pPr marL="533400" lvl="0" indent="-533400" algn="l" rtl="0">
              <a:lnSpc>
                <a:spcPct val="70000"/>
              </a:lnSpc>
              <a:spcBef>
                <a:spcPts val="380"/>
              </a:spcBef>
              <a:spcAft>
                <a:spcPts val="0"/>
              </a:spcAft>
              <a:buClr>
                <a:schemeClr val="dk1"/>
              </a:buClr>
              <a:buSzPts val="1900"/>
              <a:buNone/>
            </a:pPr>
            <a:r>
              <a:rPr lang="en-US" sz="1900" b="1" i="0" u="sng">
                <a:solidFill>
                  <a:schemeClr val="dk1"/>
                </a:solidFill>
                <a:latin typeface="Calibri"/>
                <a:ea typeface="Calibri"/>
                <a:cs typeface="Calibri"/>
                <a:sym typeface="Calibri"/>
              </a:rPr>
              <a:t>Properties</a:t>
            </a:r>
            <a:r>
              <a:rPr lang="en-US" sz="1900" b="0" i="0" u="none">
                <a:solidFill>
                  <a:schemeClr val="dk1"/>
                </a:solidFill>
                <a:latin typeface="Calibri"/>
                <a:ea typeface="Calibri"/>
                <a:cs typeface="Calibri"/>
                <a:sym typeface="Calibri"/>
              </a:rPr>
              <a:t>:</a:t>
            </a:r>
            <a:endParaRPr/>
          </a:p>
          <a:p>
            <a:pPr marL="533400" lvl="0" indent="-533400" algn="l" rtl="0">
              <a:lnSpc>
                <a:spcPct val="70000"/>
              </a:lnSpc>
              <a:spcBef>
                <a:spcPts val="380"/>
              </a:spcBef>
              <a:spcAft>
                <a:spcPts val="0"/>
              </a:spcAft>
              <a:buClr>
                <a:schemeClr val="dk1"/>
              </a:buClr>
              <a:buSzPts val="1900"/>
              <a:buFont typeface="Noto Sans Symbols"/>
              <a:buAutoNum type="arabicPeriod"/>
            </a:pPr>
            <a:r>
              <a:rPr lang="en-US" sz="1900" b="0" i="0" u="none">
                <a:solidFill>
                  <a:schemeClr val="dk1"/>
                </a:solidFill>
                <a:latin typeface="Calibri"/>
                <a:ea typeface="Calibri"/>
                <a:cs typeface="Calibri"/>
                <a:sym typeface="Calibri"/>
              </a:rPr>
              <a:t>Multiple processors</a:t>
            </a:r>
            <a:endParaRPr/>
          </a:p>
          <a:p>
            <a:pPr marL="533400" lvl="0" indent="-533400" algn="l" rtl="0">
              <a:lnSpc>
                <a:spcPct val="70000"/>
              </a:lnSpc>
              <a:spcBef>
                <a:spcPts val="380"/>
              </a:spcBef>
              <a:spcAft>
                <a:spcPts val="0"/>
              </a:spcAft>
              <a:buClr>
                <a:schemeClr val="dk1"/>
              </a:buClr>
              <a:buSzPts val="1900"/>
              <a:buFont typeface="Noto Sans Symbols"/>
              <a:buAutoNum type="arabicPeriod"/>
            </a:pPr>
            <a:r>
              <a:rPr lang="en-US" sz="1900" b="0" i="0" u="none">
                <a:solidFill>
                  <a:schemeClr val="dk1"/>
                </a:solidFill>
                <a:latin typeface="Calibri"/>
                <a:ea typeface="Calibri"/>
                <a:cs typeface="Calibri"/>
                <a:sym typeface="Calibri"/>
              </a:rPr>
              <a:t>Direct memory access</a:t>
            </a:r>
            <a:endParaRPr/>
          </a:p>
          <a:p>
            <a:pPr marL="533400" lvl="0" indent="-533400" algn="l" rtl="0">
              <a:lnSpc>
                <a:spcPct val="70000"/>
              </a:lnSpc>
              <a:spcBef>
                <a:spcPts val="380"/>
              </a:spcBef>
              <a:spcAft>
                <a:spcPts val="0"/>
              </a:spcAft>
              <a:buClr>
                <a:schemeClr val="dk1"/>
              </a:buClr>
              <a:buSzPts val="1900"/>
              <a:buFont typeface="Noto Sans Symbols"/>
              <a:buAutoNum type="arabicPeriod"/>
            </a:pPr>
            <a:r>
              <a:rPr lang="en-US" sz="1900" b="0" i="0" u="none">
                <a:solidFill>
                  <a:schemeClr val="dk1"/>
                </a:solidFill>
                <a:latin typeface="Calibri"/>
                <a:ea typeface="Calibri"/>
                <a:cs typeface="Calibri"/>
                <a:sym typeface="Calibri"/>
              </a:rPr>
              <a:t>Uniform memory access -access time to a memory location is independent of which processor makes the request</a:t>
            </a:r>
            <a:endParaRPr/>
          </a:p>
          <a:p>
            <a:pPr marL="533400" lvl="0" indent="-533400" algn="l" rtl="0">
              <a:lnSpc>
                <a:spcPct val="70000"/>
              </a:lnSpc>
              <a:spcBef>
                <a:spcPts val="380"/>
              </a:spcBef>
              <a:spcAft>
                <a:spcPts val="0"/>
              </a:spcAft>
              <a:buClr>
                <a:schemeClr val="dk1"/>
              </a:buClr>
              <a:buSzPts val="1900"/>
              <a:buFont typeface="Noto Sans Symbols"/>
              <a:buAutoNum type="arabicPeriod"/>
            </a:pPr>
            <a:r>
              <a:rPr lang="en-US" sz="1900" b="0" i="0" u="none">
                <a:solidFill>
                  <a:schemeClr val="dk1"/>
                </a:solidFill>
                <a:latin typeface="Calibri"/>
                <a:ea typeface="Calibri"/>
                <a:cs typeface="Calibri"/>
                <a:sym typeface="Calibri"/>
              </a:rPr>
              <a:t>Non-uniform memory access- the memory access time depends on the memory location relative to a processor.</a:t>
            </a:r>
            <a:endParaRPr/>
          </a:p>
          <a:p>
            <a:pPr marL="533400" lvl="0" indent="-533400" algn="l" rtl="0">
              <a:lnSpc>
                <a:spcPct val="70000"/>
              </a:lnSpc>
              <a:spcBef>
                <a:spcPts val="380"/>
              </a:spcBef>
              <a:spcAft>
                <a:spcPts val="0"/>
              </a:spcAft>
              <a:buClr>
                <a:schemeClr val="dk1"/>
              </a:buClr>
              <a:buSzPts val="1900"/>
              <a:buNone/>
            </a:pPr>
            <a:r>
              <a:rPr lang="en-US" sz="1900" b="0" i="0" u="none">
                <a:solidFill>
                  <a:schemeClr val="dk1"/>
                </a:solidFill>
                <a:latin typeface="Calibri"/>
                <a:ea typeface="Calibri"/>
                <a:cs typeface="Calibri"/>
                <a:sym typeface="Calibri"/>
              </a:rPr>
              <a:t>						</a:t>
            </a:r>
            <a:r>
              <a:rPr lang="en-US" sz="1300" b="0" i="0" u="none">
                <a:solidFill>
                  <a:schemeClr val="dk1"/>
                </a:solidFill>
                <a:latin typeface="Calibri"/>
                <a:ea typeface="Calibri"/>
                <a:cs typeface="Calibri"/>
                <a:sym typeface="Calibri"/>
              </a:rPr>
              <a:t>		</a:t>
            </a:r>
            <a:endParaRPr/>
          </a:p>
          <a:p>
            <a:pPr marL="342900" lvl="0" indent="-260350" algn="l" rtl="0">
              <a:spcBef>
                <a:spcPts val="260"/>
              </a:spcBef>
              <a:spcAft>
                <a:spcPts val="0"/>
              </a:spcAft>
              <a:buClr>
                <a:schemeClr val="dk1"/>
              </a:buClr>
              <a:buSzPts val="1300"/>
              <a:buNone/>
            </a:pPr>
            <a:endParaRPr sz="1300" b="0" i="0" u="none">
              <a:solidFill>
                <a:schemeClr val="dk1"/>
              </a:solidFill>
              <a:latin typeface="Calibri"/>
              <a:ea typeface="Calibri"/>
              <a:cs typeface="Calibri"/>
              <a:sym typeface="Calibri"/>
            </a:endParaRPr>
          </a:p>
        </p:txBody>
      </p:sp>
      <p:pic>
        <p:nvPicPr>
          <p:cNvPr id="254" name="Google Shape;254;p24"/>
          <p:cNvPicPr preferRelativeResize="0">
            <a:picLocks noGrp="1"/>
          </p:cNvPicPr>
          <p:nvPr>
            <p:ph type="body" idx="1"/>
          </p:nvPr>
        </p:nvPicPr>
        <p:blipFill rotWithShape="1">
          <a:blip r:embed="rId3">
            <a:alphaModFix/>
          </a:blip>
          <a:srcRect/>
          <a:stretch/>
        </p:blipFill>
        <p:spPr>
          <a:xfrm>
            <a:off x="4775025" y="2965425"/>
            <a:ext cx="3733800" cy="14478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5"/>
          <p:cNvSpPr txBox="1">
            <a:spLocks noGrp="1"/>
          </p:cNvSpPr>
          <p:nvPr>
            <p:ph type="title"/>
          </p:nvPr>
        </p:nvSpPr>
        <p:spPr>
          <a:xfrm>
            <a:off x="609600" y="228600"/>
            <a:ext cx="8162925" cy="6413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Multicomputers</a:t>
            </a:r>
            <a:endParaRPr/>
          </a:p>
        </p:txBody>
      </p:sp>
      <p:sp>
        <p:nvSpPr>
          <p:cNvPr id="260" name="Google Shape;260;p25"/>
          <p:cNvSpPr txBox="1">
            <a:spLocks noGrp="1"/>
          </p:cNvSpPr>
          <p:nvPr>
            <p:ph type="body" idx="1"/>
          </p:nvPr>
        </p:nvSpPr>
        <p:spPr>
          <a:xfrm>
            <a:off x="609600" y="1295400"/>
            <a:ext cx="7391400" cy="4876800"/>
          </a:xfrm>
          <a:prstGeom prst="rect">
            <a:avLst/>
          </a:prstGeom>
          <a:noFill/>
          <a:ln>
            <a:noFill/>
          </a:ln>
        </p:spPr>
        <p:txBody>
          <a:bodyPr spcFirstLastPara="1" wrap="square" lIns="91425" tIns="45700" rIns="91425" bIns="45700" anchor="t" anchorCtr="0">
            <a:noAutofit/>
          </a:bodyPr>
          <a:lstStyle/>
          <a:p>
            <a:pPr marL="533400" lvl="0" indent="-533400" algn="l" rtl="0">
              <a:lnSpc>
                <a:spcPct val="100000"/>
              </a:lnSpc>
              <a:spcBef>
                <a:spcPts val="0"/>
              </a:spcBef>
              <a:spcAft>
                <a:spcPts val="0"/>
              </a:spcAft>
              <a:buClr>
                <a:schemeClr val="dk1"/>
              </a:buClr>
              <a:buSzPts val="2800"/>
              <a:buNone/>
            </a:pPr>
            <a:endParaRPr sz="2800" b="1" i="0" u="none">
              <a:solidFill>
                <a:schemeClr val="dk1"/>
              </a:solidFill>
              <a:latin typeface="Calibri"/>
              <a:ea typeface="Calibri"/>
              <a:cs typeface="Calibri"/>
              <a:sym typeface="Calibri"/>
            </a:endParaRPr>
          </a:p>
          <a:p>
            <a:pPr marL="533400" lvl="0" indent="-533400" algn="l" rtl="0">
              <a:lnSpc>
                <a:spcPct val="100000"/>
              </a:lnSpc>
              <a:spcBef>
                <a:spcPts val="560"/>
              </a:spcBef>
              <a:spcAft>
                <a:spcPts val="0"/>
              </a:spcAft>
              <a:buClr>
                <a:schemeClr val="dk1"/>
              </a:buClr>
              <a:buSzPts val="2800"/>
              <a:buNone/>
            </a:pPr>
            <a:endParaRPr sz="2800" b="1" i="0" u="none">
              <a:solidFill>
                <a:schemeClr val="dk1"/>
              </a:solidFill>
              <a:latin typeface="Calibri"/>
              <a:ea typeface="Calibri"/>
              <a:cs typeface="Calibri"/>
              <a:sym typeface="Calibri"/>
            </a:endParaRPr>
          </a:p>
          <a:p>
            <a:pPr marL="533400" lvl="0" indent="-533400" algn="l" rtl="0">
              <a:lnSpc>
                <a:spcPct val="100000"/>
              </a:lnSpc>
              <a:spcBef>
                <a:spcPts val="560"/>
              </a:spcBef>
              <a:spcAft>
                <a:spcPts val="0"/>
              </a:spcAft>
              <a:buClr>
                <a:schemeClr val="dk1"/>
              </a:buClr>
              <a:buSzPts val="2800"/>
              <a:buNone/>
            </a:pPr>
            <a:endParaRPr sz="2800" b="1" i="0" u="none">
              <a:solidFill>
                <a:schemeClr val="dk1"/>
              </a:solidFill>
              <a:latin typeface="Calibri"/>
              <a:ea typeface="Calibri"/>
              <a:cs typeface="Calibri"/>
              <a:sym typeface="Calibri"/>
            </a:endParaRPr>
          </a:p>
          <a:p>
            <a:pPr marL="533400" lvl="0" indent="-533400" algn="l" rtl="0">
              <a:lnSpc>
                <a:spcPct val="100000"/>
              </a:lnSpc>
              <a:spcBef>
                <a:spcPts val="560"/>
              </a:spcBef>
              <a:spcAft>
                <a:spcPts val="0"/>
              </a:spcAft>
              <a:buClr>
                <a:schemeClr val="dk1"/>
              </a:buClr>
              <a:buSzPts val="2800"/>
              <a:buNone/>
            </a:pPr>
            <a:endParaRPr sz="2800" b="1" i="0" u="none">
              <a:solidFill>
                <a:schemeClr val="dk1"/>
              </a:solidFill>
              <a:latin typeface="Calibri"/>
              <a:ea typeface="Calibri"/>
              <a:cs typeface="Calibri"/>
              <a:sym typeface="Calibri"/>
            </a:endParaRPr>
          </a:p>
          <a:p>
            <a:pPr marL="533400" lvl="0" indent="-533400" algn="l" rtl="0">
              <a:lnSpc>
                <a:spcPct val="100000"/>
              </a:lnSpc>
              <a:spcBef>
                <a:spcPts val="560"/>
              </a:spcBef>
              <a:spcAft>
                <a:spcPts val="0"/>
              </a:spcAft>
              <a:buClr>
                <a:schemeClr val="dk1"/>
              </a:buClr>
              <a:buSzPts val="2800"/>
              <a:buNone/>
            </a:pPr>
            <a:endParaRPr sz="2800" b="1" i="0" u="none">
              <a:solidFill>
                <a:schemeClr val="dk1"/>
              </a:solidFill>
              <a:latin typeface="Calibri"/>
              <a:ea typeface="Calibri"/>
              <a:cs typeface="Calibri"/>
              <a:sym typeface="Calibri"/>
            </a:endParaRPr>
          </a:p>
          <a:p>
            <a:pPr marL="533400" lvl="0" indent="-533400" algn="l" rtl="0">
              <a:lnSpc>
                <a:spcPct val="100000"/>
              </a:lnSpc>
              <a:spcBef>
                <a:spcPts val="480"/>
              </a:spcBef>
              <a:spcAft>
                <a:spcPts val="0"/>
              </a:spcAft>
              <a:buClr>
                <a:schemeClr val="dk1"/>
              </a:buClr>
              <a:buSzPts val="2400"/>
              <a:buNone/>
            </a:pPr>
            <a:r>
              <a:rPr lang="en-US" sz="2400" b="1" i="0" u="sng">
                <a:solidFill>
                  <a:schemeClr val="dk1"/>
                </a:solidFill>
                <a:latin typeface="Calibri"/>
                <a:ea typeface="Calibri"/>
                <a:cs typeface="Calibri"/>
                <a:sym typeface="Calibri"/>
              </a:rPr>
              <a:t>Properties</a:t>
            </a:r>
            <a:r>
              <a:rPr lang="en-US" sz="2400" b="1" i="0" u="none">
                <a:solidFill>
                  <a:schemeClr val="dk1"/>
                </a:solidFill>
                <a:latin typeface="Calibri"/>
                <a:ea typeface="Calibri"/>
                <a:cs typeface="Calibri"/>
                <a:sym typeface="Calibri"/>
              </a:rPr>
              <a:t>:</a:t>
            </a:r>
            <a:endParaRPr/>
          </a:p>
          <a:p>
            <a:pPr marL="533400" lvl="0" indent="-533400" algn="l" rtl="0">
              <a:lnSpc>
                <a:spcPct val="100000"/>
              </a:lnSpc>
              <a:spcBef>
                <a:spcPts val="400"/>
              </a:spcBef>
              <a:spcAft>
                <a:spcPts val="0"/>
              </a:spcAft>
              <a:buClr>
                <a:schemeClr val="dk1"/>
              </a:buClr>
              <a:buSzPts val="2000"/>
              <a:buFont typeface="Noto Sans Symbols"/>
              <a:buAutoNum type="arabicPeriod"/>
            </a:pPr>
            <a:r>
              <a:rPr lang="en-US" sz="2000" b="0" i="0" u="none">
                <a:solidFill>
                  <a:schemeClr val="dk1"/>
                </a:solidFill>
                <a:latin typeface="Calibri"/>
                <a:ea typeface="Calibri"/>
                <a:cs typeface="Calibri"/>
                <a:sym typeface="Calibri"/>
              </a:rPr>
              <a:t>Multiple computers</a:t>
            </a:r>
            <a:endParaRPr/>
          </a:p>
          <a:p>
            <a:pPr marL="533400" lvl="0" indent="-533400" algn="l" rtl="0">
              <a:lnSpc>
                <a:spcPct val="100000"/>
              </a:lnSpc>
              <a:spcBef>
                <a:spcPts val="400"/>
              </a:spcBef>
              <a:spcAft>
                <a:spcPts val="0"/>
              </a:spcAft>
              <a:buClr>
                <a:schemeClr val="dk1"/>
              </a:buClr>
              <a:buSzPts val="2000"/>
              <a:buFont typeface="Noto Sans Symbols"/>
              <a:buAutoNum type="arabicPeriod"/>
            </a:pPr>
            <a:r>
              <a:rPr lang="en-US" sz="2000" b="0" i="0" u="none">
                <a:solidFill>
                  <a:schemeClr val="dk1"/>
                </a:solidFill>
                <a:latin typeface="Calibri"/>
                <a:ea typeface="Calibri"/>
                <a:cs typeface="Calibri"/>
                <a:sym typeface="Calibri"/>
              </a:rPr>
              <a:t>Network Connection (to support higher bandwidth) </a:t>
            </a:r>
            <a:endParaRPr/>
          </a:p>
          <a:p>
            <a:pPr marL="533400" lvl="0" indent="-533400" algn="l" rtl="0">
              <a:lnSpc>
                <a:spcPct val="100000"/>
              </a:lnSpc>
              <a:spcBef>
                <a:spcPts val="400"/>
              </a:spcBef>
              <a:spcAft>
                <a:spcPts val="0"/>
              </a:spcAft>
              <a:buClr>
                <a:schemeClr val="dk1"/>
              </a:buClr>
              <a:buSzPts val="2000"/>
              <a:buFont typeface="Noto Sans Symbols"/>
              <a:buAutoNum type="arabicPeriod"/>
            </a:pPr>
            <a:r>
              <a:rPr lang="en-US" sz="2000" b="0" i="0" u="none">
                <a:solidFill>
                  <a:schemeClr val="dk1"/>
                </a:solidFill>
                <a:latin typeface="Calibri"/>
                <a:ea typeface="Calibri"/>
                <a:cs typeface="Calibri"/>
                <a:sym typeface="Calibri"/>
              </a:rPr>
              <a:t>Homogeneous (all nodes support same physical architecture – SAN, MPPs, COWs) vs. Heterogeneous  (does not support same physical architecture)</a:t>
            </a:r>
            <a:endParaRPr/>
          </a:p>
        </p:txBody>
      </p:sp>
      <p:pic>
        <p:nvPicPr>
          <p:cNvPr id="261" name="Google Shape;261;p25"/>
          <p:cNvPicPr preferRelativeResize="0">
            <a:picLocks noGrp="1"/>
          </p:cNvPicPr>
          <p:nvPr>
            <p:ph type="body" idx="1"/>
          </p:nvPr>
        </p:nvPicPr>
        <p:blipFill rotWithShape="1">
          <a:blip r:embed="rId3">
            <a:alphaModFix/>
          </a:blip>
          <a:srcRect/>
          <a:stretch/>
        </p:blipFill>
        <p:spPr>
          <a:xfrm>
            <a:off x="2438400" y="1752600"/>
            <a:ext cx="3810000" cy="1524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6"/>
          <p:cNvSpPr txBox="1"/>
          <p:nvPr/>
        </p:nvSpPr>
        <p:spPr>
          <a:xfrm>
            <a:off x="762000" y="228600"/>
            <a:ext cx="7848600" cy="584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Multiprocessors and Multicomputers</a:t>
            </a:r>
            <a:endParaRPr/>
          </a:p>
        </p:txBody>
      </p:sp>
      <p:sp>
        <p:nvSpPr>
          <p:cNvPr id="268" name="Google Shape;268;p26"/>
          <p:cNvSpPr txBox="1"/>
          <p:nvPr/>
        </p:nvSpPr>
        <p:spPr>
          <a:xfrm>
            <a:off x="762000" y="838200"/>
            <a:ext cx="4167187" cy="1016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Distinguishing features:</a:t>
            </a:r>
            <a:endParaRPr/>
          </a:p>
          <a:p>
            <a:pPr marL="0" marR="0" lvl="0" indent="-127000" algn="l" rtl="0">
              <a:lnSpc>
                <a:spcPct val="100000"/>
              </a:lnSpc>
              <a:spcBef>
                <a:spcPts val="0"/>
              </a:spcBef>
              <a:spcAft>
                <a:spcPts val="0"/>
              </a:spcAft>
              <a:buClr>
                <a:schemeClr val="dk1"/>
              </a:buClr>
              <a:buSzPts val="2000"/>
              <a:buFont typeface="Calibri"/>
              <a:buChar char="•"/>
            </a:pPr>
            <a:r>
              <a:rPr lang="en-US" sz="2000" b="1" i="0" u="none">
                <a:solidFill>
                  <a:schemeClr val="dk1"/>
                </a:solidFill>
                <a:latin typeface="Calibri"/>
                <a:ea typeface="Calibri"/>
                <a:cs typeface="Calibri"/>
                <a:sym typeface="Calibri"/>
              </a:rPr>
              <a:t> </a:t>
            </a:r>
            <a:r>
              <a:rPr lang="en-US" sz="2000" b="0" i="0" u="none">
                <a:solidFill>
                  <a:srgbClr val="FF0066"/>
                </a:solidFill>
                <a:latin typeface="Calibri"/>
                <a:ea typeface="Calibri"/>
                <a:cs typeface="Calibri"/>
                <a:sym typeface="Calibri"/>
              </a:rPr>
              <a:t>Private</a:t>
            </a:r>
            <a:r>
              <a:rPr lang="en-US" sz="2000" b="0" i="0" u="none">
                <a:solidFill>
                  <a:schemeClr val="dk1"/>
                </a:solidFill>
                <a:latin typeface="Calibri"/>
                <a:ea typeface="Calibri"/>
                <a:cs typeface="Calibri"/>
                <a:sym typeface="Calibri"/>
              </a:rPr>
              <a:t> versus </a:t>
            </a:r>
            <a:r>
              <a:rPr lang="en-US" sz="2000" b="0" i="0" u="none">
                <a:solidFill>
                  <a:schemeClr val="accent2"/>
                </a:solidFill>
                <a:latin typeface="Calibri"/>
                <a:ea typeface="Calibri"/>
                <a:cs typeface="Calibri"/>
                <a:sym typeface="Calibri"/>
              </a:rPr>
              <a:t>shared</a:t>
            </a:r>
            <a:r>
              <a:rPr lang="en-US" sz="2000" b="0" i="0" u="none">
                <a:solidFill>
                  <a:schemeClr val="dk1"/>
                </a:solidFill>
                <a:latin typeface="Calibri"/>
                <a:ea typeface="Calibri"/>
                <a:cs typeface="Calibri"/>
                <a:sym typeface="Calibri"/>
              </a:rPr>
              <a:t> memory</a:t>
            </a:r>
            <a:endParaRPr/>
          </a:p>
          <a:p>
            <a:pPr marL="0" marR="0" lvl="0" indent="-127000" algn="l" rtl="0">
              <a:lnSpc>
                <a:spcPct val="100000"/>
              </a:lnSpc>
              <a:spcBef>
                <a:spcPts val="0"/>
              </a:spcBef>
              <a:spcAft>
                <a:spcPts val="0"/>
              </a:spcAft>
              <a:buClr>
                <a:schemeClr val="dk1"/>
              </a:buClr>
              <a:buSzPts val="2000"/>
              <a:buFont typeface="Calibri"/>
              <a:buChar char="•"/>
            </a:pPr>
            <a:r>
              <a:rPr lang="en-US" sz="2000" b="1" i="0" u="none">
                <a:solidFill>
                  <a:schemeClr val="dk1"/>
                </a:solidFill>
                <a:latin typeface="Calibri"/>
                <a:ea typeface="Calibri"/>
                <a:cs typeface="Calibri"/>
                <a:sym typeface="Calibri"/>
              </a:rPr>
              <a:t> </a:t>
            </a:r>
            <a:r>
              <a:rPr lang="en-US" sz="2000" b="0" i="0" u="none">
                <a:solidFill>
                  <a:srgbClr val="FF0066"/>
                </a:solidFill>
                <a:latin typeface="Calibri"/>
                <a:ea typeface="Calibri"/>
                <a:cs typeface="Calibri"/>
                <a:sym typeface="Calibri"/>
              </a:rPr>
              <a:t>Bus</a:t>
            </a:r>
            <a:r>
              <a:rPr lang="en-US" sz="2000" b="0" i="0" u="none">
                <a:solidFill>
                  <a:schemeClr val="dk1"/>
                </a:solidFill>
                <a:latin typeface="Calibri"/>
                <a:ea typeface="Calibri"/>
                <a:cs typeface="Calibri"/>
                <a:sym typeface="Calibri"/>
              </a:rPr>
              <a:t> versus </a:t>
            </a:r>
            <a:r>
              <a:rPr lang="en-US" sz="2000" b="0" i="0" u="none">
                <a:solidFill>
                  <a:schemeClr val="accent2"/>
                </a:solidFill>
                <a:latin typeface="Calibri"/>
                <a:ea typeface="Calibri"/>
                <a:cs typeface="Calibri"/>
                <a:sym typeface="Calibri"/>
              </a:rPr>
              <a:t>switched</a:t>
            </a:r>
            <a:r>
              <a:rPr lang="en-US" sz="2000" b="0" i="0" u="none">
                <a:solidFill>
                  <a:schemeClr val="dk1"/>
                </a:solidFill>
                <a:latin typeface="Calibri"/>
                <a:ea typeface="Calibri"/>
                <a:cs typeface="Calibri"/>
                <a:sym typeface="Calibri"/>
              </a:rPr>
              <a:t> interconnection</a:t>
            </a:r>
            <a:endParaRPr/>
          </a:p>
        </p:txBody>
      </p:sp>
      <p:pic>
        <p:nvPicPr>
          <p:cNvPr id="269" name="Google Shape;269;p26"/>
          <p:cNvPicPr preferRelativeResize="0"/>
          <p:nvPr/>
        </p:nvPicPr>
        <p:blipFill rotWithShape="1">
          <a:blip r:embed="rId3">
            <a:alphaModFix/>
          </a:blip>
          <a:srcRect/>
          <a:stretch/>
        </p:blipFill>
        <p:spPr>
          <a:xfrm>
            <a:off x="1143000" y="1981200"/>
            <a:ext cx="6953250" cy="4191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7"/>
          <p:cNvSpPr txBox="1"/>
          <p:nvPr/>
        </p:nvSpPr>
        <p:spPr>
          <a:xfrm>
            <a:off x="762000" y="228600"/>
            <a:ext cx="7772400" cy="584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Distributed Systems : Software Concepts</a:t>
            </a:r>
            <a:endParaRPr/>
          </a:p>
        </p:txBody>
      </p:sp>
      <p:sp>
        <p:nvSpPr>
          <p:cNvPr id="276" name="Google Shape;276;p27"/>
          <p:cNvSpPr txBox="1"/>
          <p:nvPr/>
        </p:nvSpPr>
        <p:spPr>
          <a:xfrm>
            <a:off x="685800" y="1038225"/>
            <a:ext cx="7848600" cy="5324475"/>
          </a:xfrm>
          <a:prstGeom prst="rect">
            <a:avLst/>
          </a:prstGeom>
          <a:noFill/>
          <a:ln>
            <a:noFill/>
          </a:ln>
        </p:spPr>
        <p:txBody>
          <a:bodyPr spcFirstLastPara="1" wrap="square" lIns="91425" tIns="45700" rIns="91425" bIns="45700" anchor="t" anchorCtr="0">
            <a:spAutoFit/>
          </a:bodyPr>
          <a:lstStyle/>
          <a:p>
            <a:pPr marL="0" marR="0" lvl="0" indent="-127000" algn="l" rtl="0">
              <a:lnSpc>
                <a:spcPct val="100000"/>
              </a:lnSpc>
              <a:spcBef>
                <a:spcPts val="0"/>
              </a:spcBef>
              <a:spcAft>
                <a:spcPts val="0"/>
              </a:spcAft>
              <a:buClr>
                <a:schemeClr val="dk1"/>
              </a:buClr>
              <a:buSzPts val="2000"/>
              <a:buFont typeface="Calibri"/>
              <a:buChar char="•"/>
            </a:pPr>
            <a:r>
              <a:rPr lang="en-US" sz="2000" b="0" i="0" u="none">
                <a:solidFill>
                  <a:schemeClr val="dk1"/>
                </a:solidFill>
                <a:latin typeface="Calibri"/>
                <a:ea typeface="Calibri"/>
                <a:cs typeface="Calibri"/>
                <a:sym typeface="Calibri"/>
              </a:rPr>
              <a:t>OS for DS divided into two categories due to hardware </a:t>
            </a:r>
            <a:endParaRPr/>
          </a:p>
          <a:p>
            <a:pPr marL="0" marR="0" lvl="0" indent="-127000" algn="l" rtl="0">
              <a:lnSpc>
                <a:spcPct val="100000"/>
              </a:lnSpc>
              <a:spcBef>
                <a:spcPts val="0"/>
              </a:spcBef>
              <a:spcAft>
                <a:spcPts val="0"/>
              </a:spcAft>
              <a:buClr>
                <a:schemeClr val="dk1"/>
              </a:buClr>
              <a:buSzPts val="2000"/>
              <a:buFont typeface="Calibri"/>
              <a:buChar char="-"/>
            </a:pPr>
            <a:r>
              <a:rPr lang="en-US" sz="2000" b="0" i="0" u="none">
                <a:solidFill>
                  <a:schemeClr val="dk1"/>
                </a:solidFill>
                <a:latin typeface="Calibri"/>
                <a:ea typeface="Calibri"/>
                <a:cs typeface="Calibri"/>
                <a:sym typeface="Calibri"/>
              </a:rPr>
              <a:t>Loosely coupled </a:t>
            </a:r>
            <a:endParaRPr sz="2000" b="0" i="0" u="none">
              <a:solidFill>
                <a:schemeClr val="dk1"/>
              </a:solidFill>
              <a:latin typeface="Calibri"/>
              <a:ea typeface="Calibri"/>
              <a:cs typeface="Calibri"/>
              <a:sym typeface="Calibri"/>
            </a:endParaRPr>
          </a:p>
          <a:p>
            <a:pPr marL="0" marR="0" lvl="0" indent="-127000" algn="l" rtl="0">
              <a:lnSpc>
                <a:spcPct val="100000"/>
              </a:lnSpc>
              <a:spcBef>
                <a:spcPts val="0"/>
              </a:spcBef>
              <a:spcAft>
                <a:spcPts val="0"/>
              </a:spcAft>
              <a:buClr>
                <a:schemeClr val="dk1"/>
              </a:buClr>
              <a:buSzPts val="2000"/>
              <a:buFont typeface="Calibri"/>
              <a:buChar char="-"/>
            </a:pPr>
            <a:r>
              <a:rPr lang="en-US" sz="2000" b="0" i="0" u="none">
                <a:solidFill>
                  <a:schemeClr val="dk1"/>
                </a:solidFill>
                <a:latin typeface="Calibri"/>
                <a:ea typeface="Calibri"/>
                <a:cs typeface="Calibri"/>
                <a:sym typeface="Calibri"/>
              </a:rPr>
              <a:t>Tightly coupled</a:t>
            </a:r>
            <a:endParaRPr/>
          </a:p>
          <a:p>
            <a:pPr marL="0" marR="0" lvl="0" indent="0" algn="l" rtl="0">
              <a:lnSpc>
                <a:spcPct val="100000"/>
              </a:lnSpc>
              <a:spcBef>
                <a:spcPts val="0"/>
              </a:spcBef>
              <a:spcAft>
                <a:spcPts val="0"/>
              </a:spcAft>
              <a:buClr>
                <a:schemeClr val="dk1"/>
              </a:buClr>
              <a:buSzPts val="2000"/>
              <a:buFont typeface="Verdana"/>
              <a:buNone/>
            </a:pPr>
            <a:endParaRPr sz="2000" b="0" i="0" u="none">
              <a:solidFill>
                <a:schemeClr val="dk1"/>
              </a:solidFill>
              <a:latin typeface="Calibri"/>
              <a:ea typeface="Calibri"/>
              <a:cs typeface="Calibri"/>
              <a:sym typeface="Calibri"/>
            </a:endParaRPr>
          </a:p>
          <a:p>
            <a:pPr marL="0" marR="0" lvl="0" indent="-127000" algn="l" rtl="0">
              <a:lnSpc>
                <a:spcPct val="100000"/>
              </a:lnSpc>
              <a:spcBef>
                <a:spcPts val="0"/>
              </a:spcBef>
              <a:spcAft>
                <a:spcPts val="0"/>
              </a:spcAft>
              <a:buClr>
                <a:schemeClr val="dk1"/>
              </a:buClr>
              <a:buSzPts val="2000"/>
              <a:buFont typeface="Calibri"/>
              <a:buChar char="•"/>
            </a:pPr>
            <a:r>
              <a:rPr lang="en-US" sz="2000" b="0" i="0" u="none">
                <a:solidFill>
                  <a:schemeClr val="dk1"/>
                </a:solidFill>
                <a:latin typeface="Calibri"/>
                <a:ea typeface="Calibri"/>
                <a:cs typeface="Calibri"/>
                <a:sym typeface="Calibri"/>
              </a:rPr>
              <a:t>Tightly coupled – OS tries to maintain a single, global view of the resources it manages </a:t>
            </a:r>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 DOS – manages multiprocessors and homogeneous multi computer system – aim is to hide intricacies</a:t>
            </a:r>
            <a:endParaRPr/>
          </a:p>
          <a:p>
            <a:pPr marL="0" marR="0" lvl="0" indent="0" algn="l" rtl="0">
              <a:lnSpc>
                <a:spcPct val="100000"/>
              </a:lnSpc>
              <a:spcBef>
                <a:spcPts val="0"/>
              </a:spcBef>
              <a:spcAft>
                <a:spcPts val="0"/>
              </a:spcAft>
              <a:buClr>
                <a:schemeClr val="dk1"/>
              </a:buClr>
              <a:buSzPts val="2000"/>
              <a:buFont typeface="Verdana"/>
              <a:buNone/>
            </a:pPr>
            <a:endParaRPr sz="2000" b="0" i="0" u="none">
              <a:solidFill>
                <a:schemeClr val="dk1"/>
              </a:solidFill>
              <a:latin typeface="Calibri"/>
              <a:ea typeface="Calibri"/>
              <a:cs typeface="Calibri"/>
              <a:sym typeface="Calibri"/>
            </a:endParaRPr>
          </a:p>
          <a:p>
            <a:pPr marL="0" marR="0" lvl="0" indent="-127000" algn="l" rtl="0">
              <a:lnSpc>
                <a:spcPct val="100000"/>
              </a:lnSpc>
              <a:spcBef>
                <a:spcPts val="0"/>
              </a:spcBef>
              <a:spcAft>
                <a:spcPts val="0"/>
              </a:spcAft>
              <a:buClr>
                <a:schemeClr val="dk1"/>
              </a:buClr>
              <a:buSzPts val="2000"/>
              <a:buFont typeface="Calibri"/>
              <a:buChar char="•"/>
            </a:pPr>
            <a:r>
              <a:rPr lang="en-US" sz="2000" b="0" i="0" u="none">
                <a:solidFill>
                  <a:schemeClr val="dk1"/>
                </a:solidFill>
                <a:latin typeface="Calibri"/>
                <a:ea typeface="Calibri"/>
                <a:cs typeface="Calibri"/>
                <a:sym typeface="Calibri"/>
              </a:rPr>
              <a:t>Loosely coupled – collection of computers and each running their own OS </a:t>
            </a:r>
            <a:endParaRPr sz="2000" b="0" i="0"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 NOS – heterogeneous multi computer system –local services available to remote clients</a:t>
            </a:r>
            <a:endParaRPr/>
          </a:p>
          <a:p>
            <a:pPr marL="0" marR="0" lvl="0" indent="0" algn="l" rtl="0">
              <a:lnSpc>
                <a:spcPct val="100000"/>
              </a:lnSpc>
              <a:spcBef>
                <a:spcPts val="0"/>
              </a:spcBef>
              <a:spcAft>
                <a:spcPts val="0"/>
              </a:spcAft>
              <a:buClr>
                <a:schemeClr val="dk1"/>
              </a:buClr>
              <a:buSzPts val="2000"/>
              <a:buFont typeface="Verdana"/>
              <a:buNone/>
            </a:pPr>
            <a:r>
              <a:rPr lang="en-US" sz="2000" b="0" i="0" u="none">
                <a:solidFill>
                  <a:schemeClr val="dk1"/>
                </a:solidFill>
                <a:latin typeface="Verdana"/>
                <a:ea typeface="Verdana"/>
                <a:cs typeface="Verdana"/>
                <a:sym typeface="Verdana"/>
              </a:rPr>
              <a:t>– </a:t>
            </a:r>
            <a:r>
              <a:rPr lang="en-US" sz="2000" b="0" i="0" u="none">
                <a:solidFill>
                  <a:schemeClr val="dk1"/>
                </a:solidFill>
                <a:latin typeface="Calibri"/>
                <a:ea typeface="Calibri"/>
                <a:cs typeface="Calibri"/>
                <a:sym typeface="Calibri"/>
              </a:rPr>
              <a:t>Middleware – enhanced NOS – better support for distribution transparency – recent concept of DS – eq. cloud computing – running VM on top of hypervisor/middleware</a:t>
            </a:r>
            <a:endParaRPr sz="2000" b="0" i="0"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2000" b="0" i="0" u="non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8"/>
          <p:cNvSpPr txBox="1"/>
          <p:nvPr/>
        </p:nvSpPr>
        <p:spPr>
          <a:xfrm>
            <a:off x="762000" y="228600"/>
            <a:ext cx="7772400" cy="584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Distributed Systems : Software Concepts</a:t>
            </a:r>
            <a:endParaRPr/>
          </a:p>
        </p:txBody>
      </p:sp>
      <p:sp>
        <p:nvSpPr>
          <p:cNvPr id="283" name="Google Shape;283;p28"/>
          <p:cNvSpPr txBox="1"/>
          <p:nvPr/>
        </p:nvSpPr>
        <p:spPr>
          <a:xfrm>
            <a:off x="685800" y="1038225"/>
            <a:ext cx="4019550" cy="1016000"/>
          </a:xfrm>
          <a:prstGeom prst="rect">
            <a:avLst/>
          </a:prstGeom>
          <a:noFill/>
          <a:ln>
            <a:noFill/>
          </a:ln>
        </p:spPr>
        <p:txBody>
          <a:bodyPr spcFirstLastPara="1" wrap="square" lIns="91425" tIns="45700" rIns="91425" bIns="45700" anchor="t" anchorCtr="0">
            <a:spAutoFit/>
          </a:bodyPr>
          <a:lstStyle/>
          <a:p>
            <a:pPr marL="0" marR="0" lvl="0" indent="-127000" algn="l" rtl="0">
              <a:lnSpc>
                <a:spcPct val="100000"/>
              </a:lnSpc>
              <a:spcBef>
                <a:spcPts val="0"/>
              </a:spcBef>
              <a:spcAft>
                <a:spcPts val="0"/>
              </a:spcAft>
              <a:buClr>
                <a:schemeClr val="dk1"/>
              </a:buClr>
              <a:buSzPts val="2000"/>
              <a:buFont typeface="Calibri"/>
              <a:buChar char="•"/>
            </a:pPr>
            <a:r>
              <a:rPr lang="en-US" sz="2000" b="0" i="0" u="none">
                <a:solidFill>
                  <a:schemeClr val="dk1"/>
                </a:solidFill>
                <a:latin typeface="Calibri"/>
                <a:ea typeface="Calibri"/>
                <a:cs typeface="Calibri"/>
                <a:sym typeface="Calibri"/>
              </a:rPr>
              <a:t> Distributed Operating system(DOS)</a:t>
            </a:r>
            <a:endParaRPr/>
          </a:p>
          <a:p>
            <a:pPr marL="0" marR="0" lvl="0" indent="-127000" algn="l" rtl="0">
              <a:lnSpc>
                <a:spcPct val="100000"/>
              </a:lnSpc>
              <a:spcBef>
                <a:spcPts val="0"/>
              </a:spcBef>
              <a:spcAft>
                <a:spcPts val="0"/>
              </a:spcAft>
              <a:buClr>
                <a:schemeClr val="dk1"/>
              </a:buClr>
              <a:buSzPts val="2000"/>
              <a:buFont typeface="Calibri"/>
              <a:buChar char="•"/>
            </a:pPr>
            <a:r>
              <a:rPr lang="en-US" sz="2000" b="0" i="0" u="none">
                <a:solidFill>
                  <a:schemeClr val="dk1"/>
                </a:solidFill>
                <a:latin typeface="Calibri"/>
                <a:ea typeface="Calibri"/>
                <a:cs typeface="Calibri"/>
                <a:sym typeface="Calibri"/>
              </a:rPr>
              <a:t> Network Operating System(NOS)</a:t>
            </a:r>
            <a:endParaRPr/>
          </a:p>
          <a:p>
            <a:pPr marL="0" marR="0" lvl="0" indent="-127000" algn="l" rtl="0">
              <a:lnSpc>
                <a:spcPct val="100000"/>
              </a:lnSpc>
              <a:spcBef>
                <a:spcPts val="0"/>
              </a:spcBef>
              <a:spcAft>
                <a:spcPts val="0"/>
              </a:spcAft>
              <a:buClr>
                <a:schemeClr val="dk1"/>
              </a:buClr>
              <a:buSzPts val="2000"/>
              <a:buFont typeface="Calibri"/>
              <a:buChar char="•"/>
            </a:pPr>
            <a:r>
              <a:rPr lang="en-US" sz="2000" b="0" i="0" u="none">
                <a:solidFill>
                  <a:schemeClr val="dk1"/>
                </a:solidFill>
                <a:latin typeface="Calibri"/>
                <a:ea typeface="Calibri"/>
                <a:cs typeface="Calibri"/>
                <a:sym typeface="Calibri"/>
              </a:rPr>
              <a:t> Middleware</a:t>
            </a:r>
            <a:endParaRPr/>
          </a:p>
        </p:txBody>
      </p:sp>
      <p:pic>
        <p:nvPicPr>
          <p:cNvPr id="284" name="Google Shape;284;p28"/>
          <p:cNvPicPr preferRelativeResize="0"/>
          <p:nvPr/>
        </p:nvPicPr>
        <p:blipFill rotWithShape="1">
          <a:blip r:embed="rId3">
            <a:alphaModFix/>
          </a:blip>
          <a:srcRect/>
          <a:stretch/>
        </p:blipFill>
        <p:spPr>
          <a:xfrm>
            <a:off x="914400" y="2438400"/>
            <a:ext cx="7162800" cy="327818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29"/>
          <p:cNvSpPr txBox="1"/>
          <p:nvPr/>
        </p:nvSpPr>
        <p:spPr>
          <a:xfrm>
            <a:off x="762000" y="177800"/>
            <a:ext cx="7620000" cy="584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Distributed Operating System</a:t>
            </a:r>
            <a:endParaRPr/>
          </a:p>
        </p:txBody>
      </p:sp>
      <p:sp>
        <p:nvSpPr>
          <p:cNvPr id="291" name="Google Shape;291;p29"/>
          <p:cNvSpPr txBox="1"/>
          <p:nvPr/>
        </p:nvSpPr>
        <p:spPr>
          <a:xfrm>
            <a:off x="457200" y="914400"/>
            <a:ext cx="8305800" cy="45005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alibri"/>
              <a:buNone/>
            </a:pPr>
            <a:r>
              <a:rPr lang="en-US" sz="2400" b="1" i="0" u="none">
                <a:solidFill>
                  <a:schemeClr val="dk1"/>
                </a:solidFill>
                <a:latin typeface="Calibri"/>
                <a:ea typeface="Calibri"/>
                <a:cs typeface="Calibri"/>
                <a:sym typeface="Calibri"/>
              </a:rPr>
              <a:t>Some characteristics:</a:t>
            </a:r>
            <a:endParaRPr/>
          </a:p>
          <a:p>
            <a:pPr marL="0" marR="0" lvl="0" indent="-152400" algn="l" rtl="0">
              <a:lnSpc>
                <a:spcPct val="100000"/>
              </a:lnSpc>
              <a:spcBef>
                <a:spcPts val="0"/>
              </a:spcBef>
              <a:spcAft>
                <a:spcPts val="0"/>
              </a:spcAft>
              <a:buClr>
                <a:schemeClr val="dk1"/>
              </a:buClr>
              <a:buSzPts val="2400"/>
              <a:buFont typeface="Calibri"/>
              <a:buChar char="•"/>
            </a:pPr>
            <a:r>
              <a:rPr lang="en-US" sz="2400" b="1" i="0" u="none">
                <a:solidFill>
                  <a:schemeClr val="dk1"/>
                </a:solidFill>
                <a:latin typeface="Calibri"/>
                <a:ea typeface="Calibri"/>
                <a:cs typeface="Calibri"/>
                <a:sym typeface="Calibri"/>
              </a:rPr>
              <a:t> </a:t>
            </a:r>
            <a:r>
              <a:rPr lang="en-US" sz="2400" b="0" i="0" u="none">
                <a:solidFill>
                  <a:schemeClr val="dk1"/>
                </a:solidFill>
                <a:latin typeface="Calibri"/>
                <a:ea typeface="Calibri"/>
                <a:cs typeface="Calibri"/>
                <a:sym typeface="Calibri"/>
              </a:rPr>
              <a:t>OS on each computer knows about the other computers</a:t>
            </a:r>
            <a:endParaRPr/>
          </a:p>
          <a:p>
            <a:pPr marL="0" marR="0" lvl="0" indent="-152400" algn="l" rtl="0">
              <a:lnSpc>
                <a:spcPct val="10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 OS on different computers generally the same</a:t>
            </a:r>
            <a:endParaRPr/>
          </a:p>
          <a:p>
            <a:pPr marL="0" marR="0" lvl="0" indent="-152400" algn="l" rtl="0">
              <a:lnSpc>
                <a:spcPct val="10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 Services are generally (transparently) distributed across computers (services may include distributed shared memory, assignment of tasks to processors, distributed storage, interprocess communication, transparent sharing of resources, distributed resource management, etc.)</a:t>
            </a:r>
            <a:endParaRPr/>
          </a:p>
          <a:p>
            <a:pPr marL="0" marR="0" lvl="0" indent="-152400" algn="l" rtl="0">
              <a:lnSpc>
                <a:spcPct val="8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 High degree of transparency (single system image)</a:t>
            </a:r>
            <a:endParaRPr/>
          </a:p>
          <a:p>
            <a:pPr marL="0" marR="0" lvl="0" indent="-152400" algn="l" rtl="0">
              <a:lnSpc>
                <a:spcPct val="8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 Homogeneous hardware</a:t>
            </a:r>
            <a:endParaRPr/>
          </a:p>
          <a:p>
            <a:pPr marL="0" marR="0" lvl="0" indent="0" algn="l" rtl="0">
              <a:lnSpc>
                <a:spcPct val="100000"/>
              </a:lnSpc>
              <a:spcBef>
                <a:spcPts val="0"/>
              </a:spcBef>
              <a:spcAft>
                <a:spcPts val="0"/>
              </a:spcAft>
              <a:buClr>
                <a:schemeClr val="dk1"/>
              </a:buClr>
              <a:buSzPts val="2400"/>
              <a:buFont typeface="Verdana"/>
              <a:buNone/>
            </a:pPr>
            <a:endParaRPr sz="2400" b="0" i="0"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2400" b="0" i="0" u="none">
              <a:solidFill>
                <a:schemeClr val="dk1"/>
              </a:solidFill>
              <a:latin typeface="Calibri"/>
              <a:ea typeface="Calibri"/>
              <a:cs typeface="Calibri"/>
              <a:sym typeface="Calibri"/>
            </a:endParaRPr>
          </a:p>
        </p:txBody>
      </p:sp>
      <p:pic>
        <p:nvPicPr>
          <p:cNvPr id="292" name="Google Shape;292;p29"/>
          <p:cNvPicPr preferRelativeResize="0"/>
          <p:nvPr/>
        </p:nvPicPr>
        <p:blipFill rotWithShape="1">
          <a:blip r:embed="rId3">
            <a:alphaModFix/>
          </a:blip>
          <a:srcRect/>
          <a:stretch/>
        </p:blipFill>
        <p:spPr>
          <a:xfrm>
            <a:off x="3962400" y="4343400"/>
            <a:ext cx="4953000" cy="223996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30"/>
          <p:cNvSpPr txBox="1"/>
          <p:nvPr/>
        </p:nvSpPr>
        <p:spPr>
          <a:xfrm>
            <a:off x="609600" y="177800"/>
            <a:ext cx="7848600" cy="584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Multicomputer Operating System</a:t>
            </a:r>
            <a:endParaRPr/>
          </a:p>
        </p:txBody>
      </p:sp>
      <p:sp>
        <p:nvSpPr>
          <p:cNvPr id="299" name="Google Shape;299;p30"/>
          <p:cNvSpPr txBox="1"/>
          <p:nvPr/>
        </p:nvSpPr>
        <p:spPr>
          <a:xfrm>
            <a:off x="609600" y="990600"/>
            <a:ext cx="8077200" cy="5410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400"/>
              <a:buFont typeface="Calibri"/>
              <a:buChar char="•"/>
            </a:pPr>
            <a:r>
              <a:rPr lang="en-US" sz="2400" b="1" i="0" u="none">
                <a:solidFill>
                  <a:schemeClr val="dk1"/>
                </a:solidFill>
                <a:latin typeface="Calibri"/>
                <a:ea typeface="Calibri"/>
                <a:cs typeface="Calibri"/>
                <a:sym typeface="Calibri"/>
              </a:rPr>
              <a:t>Harder than traditional (multiprocessor) OS: </a:t>
            </a:r>
            <a:r>
              <a:rPr lang="en-US" sz="2400" b="0" i="0" u="none">
                <a:solidFill>
                  <a:schemeClr val="dk1"/>
                </a:solidFill>
                <a:latin typeface="Calibri"/>
                <a:ea typeface="Calibri"/>
                <a:cs typeface="Calibri"/>
                <a:sym typeface="Calibri"/>
              </a:rPr>
              <a:t>Because memory is not shared, emphasis shifts to processor communication by message passing:</a:t>
            </a:r>
            <a:endParaRPr/>
          </a:p>
          <a:p>
            <a:pPr marL="342900" marR="0" lvl="0" indent="-342900" algn="l" rtl="0">
              <a:lnSpc>
                <a:spcPct val="10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Often no simple global communication:</a:t>
            </a:r>
            <a:endParaRPr/>
          </a:p>
          <a:p>
            <a:pPr marL="742950" marR="0" lvl="1" indent="-285750" algn="l" rtl="0">
              <a:lnSpc>
                <a:spcPct val="100000"/>
              </a:lnSpc>
              <a:spcBef>
                <a:spcPts val="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Only bus-based multicomputers provide hardware broadcasting</a:t>
            </a:r>
            <a:endParaRPr/>
          </a:p>
          <a:p>
            <a:pPr marL="742950" marR="0" lvl="1" indent="-285750" algn="l" rtl="0">
              <a:lnSpc>
                <a:spcPct val="100000"/>
              </a:lnSpc>
              <a:spcBef>
                <a:spcPts val="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Efficient broadcasting may require network interface programming techniques</a:t>
            </a:r>
            <a:endParaRPr/>
          </a:p>
          <a:p>
            <a:pPr marL="342900" marR="0" lvl="0" indent="-342900" algn="l" rtl="0">
              <a:lnSpc>
                <a:spcPct val="10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No simple system-wide synchronization mechanisms</a:t>
            </a:r>
            <a:endParaRPr/>
          </a:p>
          <a:p>
            <a:pPr marL="342900" marR="0" lvl="0" indent="-342900" algn="l" rtl="0">
              <a:lnSpc>
                <a:spcPct val="10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Virtual (distributed) shared memory requires OS to maintain global memory map in software</a:t>
            </a:r>
            <a:endParaRPr/>
          </a:p>
          <a:p>
            <a:pPr marL="342900" marR="0" lvl="0" indent="-342900" algn="l" rtl="0">
              <a:lnSpc>
                <a:spcPct val="10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Inherent distributed resource management: no central point where allocation decisions can be made</a:t>
            </a:r>
            <a:endParaRPr/>
          </a:p>
          <a:p>
            <a:pPr marL="342900" marR="0" lvl="0" indent="-342900" algn="l" rtl="0">
              <a:lnSpc>
                <a:spcPct val="10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Example: Amoeba</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1"/>
          <p:cNvSpPr txBox="1">
            <a:spLocks noGrp="1"/>
          </p:cNvSpPr>
          <p:nvPr>
            <p:ph type="body" idx="1"/>
          </p:nvPr>
        </p:nvSpPr>
        <p:spPr>
          <a:xfrm>
            <a:off x="457200" y="914400"/>
            <a:ext cx="8382000" cy="40386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2000"/>
              <a:buNone/>
            </a:pPr>
            <a:r>
              <a:rPr lang="en-US" sz="2000" b="1" i="0" u="none">
                <a:solidFill>
                  <a:schemeClr val="dk1"/>
                </a:solidFill>
                <a:latin typeface="Arial"/>
                <a:ea typeface="Arial"/>
                <a:cs typeface="Arial"/>
                <a:sym typeface="Arial"/>
              </a:rPr>
              <a:t>Some characteristics:</a:t>
            </a:r>
            <a:endParaRPr/>
          </a:p>
          <a:p>
            <a:pPr marL="342900" lvl="0" indent="-342900" algn="l" rtl="0">
              <a:lnSpc>
                <a:spcPct val="100000"/>
              </a:lnSpc>
              <a:spcBef>
                <a:spcPts val="400"/>
              </a:spcBef>
              <a:spcAft>
                <a:spcPts val="0"/>
              </a:spcAft>
              <a:buClr>
                <a:schemeClr val="dk1"/>
              </a:buClr>
              <a:buSzPts val="2000"/>
              <a:buChar char="•"/>
            </a:pPr>
            <a:r>
              <a:rPr lang="en-US" sz="2000" b="0" i="0" u="none">
                <a:solidFill>
                  <a:schemeClr val="dk1"/>
                </a:solidFill>
                <a:latin typeface="Calibri"/>
                <a:ea typeface="Calibri"/>
                <a:cs typeface="Calibri"/>
                <a:sym typeface="Calibri"/>
              </a:rPr>
              <a:t>Each computer has its own operating system with networking facilities</a:t>
            </a:r>
            <a:endParaRPr/>
          </a:p>
          <a:p>
            <a:pPr marL="342900" lvl="0" indent="-342900" algn="l" rtl="0">
              <a:lnSpc>
                <a:spcPct val="100000"/>
              </a:lnSpc>
              <a:spcBef>
                <a:spcPts val="400"/>
              </a:spcBef>
              <a:spcAft>
                <a:spcPts val="0"/>
              </a:spcAft>
              <a:buClr>
                <a:schemeClr val="dk1"/>
              </a:buClr>
              <a:buSzPts val="2000"/>
              <a:buChar char="•"/>
            </a:pPr>
            <a:r>
              <a:rPr lang="en-US" sz="2000" b="0" i="0" u="none">
                <a:solidFill>
                  <a:schemeClr val="dk1"/>
                </a:solidFill>
                <a:latin typeface="Calibri"/>
                <a:ea typeface="Calibri"/>
                <a:cs typeface="Calibri"/>
                <a:sym typeface="Calibri"/>
              </a:rPr>
              <a:t>Computers work independently (i.e., they may even have different operating systems)</a:t>
            </a:r>
            <a:endParaRPr/>
          </a:p>
          <a:p>
            <a:pPr marL="342900" lvl="0" indent="-342900" algn="l" rtl="0">
              <a:lnSpc>
                <a:spcPct val="100000"/>
              </a:lnSpc>
              <a:spcBef>
                <a:spcPts val="400"/>
              </a:spcBef>
              <a:spcAft>
                <a:spcPts val="0"/>
              </a:spcAft>
              <a:buClr>
                <a:schemeClr val="dk1"/>
              </a:buClr>
              <a:buSzPts val="2000"/>
              <a:buChar char="•"/>
            </a:pPr>
            <a:r>
              <a:rPr lang="en-US" sz="2000" b="0" i="0" u="none">
                <a:solidFill>
                  <a:schemeClr val="dk1"/>
                </a:solidFill>
                <a:latin typeface="Calibri"/>
                <a:ea typeface="Calibri"/>
                <a:cs typeface="Calibri"/>
                <a:sym typeface="Calibri"/>
              </a:rPr>
              <a:t>Highly file oriented (basically, processors share only files)</a:t>
            </a:r>
            <a:endParaRPr/>
          </a:p>
          <a:p>
            <a:pPr marL="342900" lvl="0" indent="-342900" algn="l" rtl="0">
              <a:lnSpc>
                <a:spcPct val="100000"/>
              </a:lnSpc>
              <a:spcBef>
                <a:spcPts val="400"/>
              </a:spcBef>
              <a:spcAft>
                <a:spcPts val="0"/>
              </a:spcAft>
              <a:buClr>
                <a:schemeClr val="dk1"/>
              </a:buClr>
              <a:buSzPts val="2000"/>
              <a:buChar char="•"/>
            </a:pPr>
            <a:r>
              <a:rPr lang="en-US" sz="2000" b="0" i="0" u="none">
                <a:solidFill>
                  <a:schemeClr val="dk1"/>
                </a:solidFill>
                <a:latin typeface="Calibri"/>
                <a:ea typeface="Calibri"/>
                <a:cs typeface="Calibri"/>
                <a:sym typeface="Calibri"/>
              </a:rPr>
              <a:t>Services are tied to individual nodes (ftp, telnet,WWW)</a:t>
            </a:r>
            <a:endParaRPr/>
          </a:p>
          <a:p>
            <a:pPr marL="342900" lvl="0" indent="-342900" algn="l" rtl="0">
              <a:lnSpc>
                <a:spcPct val="100000"/>
              </a:lnSpc>
              <a:spcBef>
                <a:spcPts val="400"/>
              </a:spcBef>
              <a:spcAft>
                <a:spcPts val="0"/>
              </a:spcAft>
              <a:buClr>
                <a:schemeClr val="dk1"/>
              </a:buClr>
              <a:buSzPts val="2000"/>
              <a:buChar char="•"/>
            </a:pPr>
            <a:r>
              <a:rPr lang="en-US" sz="2000" b="0" i="0" u="none">
                <a:solidFill>
                  <a:schemeClr val="dk1"/>
                </a:solidFill>
                <a:latin typeface="Calibri"/>
                <a:ea typeface="Calibri"/>
                <a:cs typeface="Calibri"/>
                <a:sym typeface="Calibri"/>
              </a:rPr>
              <a:t>Access to resources of various machines is done explicitly by: </a:t>
            </a:r>
            <a:endParaRPr/>
          </a:p>
          <a:p>
            <a:pPr marL="342900" lvl="1" indent="-342900" algn="l" rtl="0">
              <a:lnSpc>
                <a:spcPct val="100000"/>
              </a:lnSpc>
              <a:spcBef>
                <a:spcPts val="400"/>
              </a:spcBef>
              <a:spcAft>
                <a:spcPts val="0"/>
              </a:spcAft>
              <a:buClr>
                <a:schemeClr val="dk1"/>
              </a:buClr>
              <a:buSzPts val="2000"/>
              <a:buNone/>
            </a:pPr>
            <a:r>
              <a:rPr lang="en-US" sz="2000" b="0" i="0" u="none">
                <a:solidFill>
                  <a:schemeClr val="dk1"/>
                </a:solidFill>
                <a:latin typeface="Calibri"/>
                <a:ea typeface="Calibri"/>
                <a:cs typeface="Calibri"/>
                <a:sym typeface="Calibri"/>
              </a:rPr>
              <a:t>	- Remote logging into the appropriate remote machine (telnet )</a:t>
            </a:r>
            <a:endParaRPr/>
          </a:p>
          <a:p>
            <a:pPr marL="342900" lvl="1" indent="-342900" algn="l" rtl="0">
              <a:lnSpc>
                <a:spcPct val="100000"/>
              </a:lnSpc>
              <a:spcBef>
                <a:spcPts val="400"/>
              </a:spcBef>
              <a:spcAft>
                <a:spcPts val="0"/>
              </a:spcAft>
              <a:buClr>
                <a:schemeClr val="dk1"/>
              </a:buClr>
              <a:buSzPts val="2000"/>
              <a:buNone/>
            </a:pPr>
            <a:r>
              <a:rPr lang="en-US" sz="2000" b="0" i="0" u="none">
                <a:solidFill>
                  <a:schemeClr val="dk1"/>
                </a:solidFill>
                <a:latin typeface="Calibri"/>
                <a:ea typeface="Calibri"/>
                <a:cs typeface="Calibri"/>
                <a:sym typeface="Calibri"/>
              </a:rPr>
              <a:t>	- Transferring data from remote machines to local machines,  via the File Transfer Protocol (FTP) mechanism</a:t>
            </a:r>
            <a:endParaRPr/>
          </a:p>
          <a:p>
            <a:pPr marL="342900" lvl="0" indent="-342900" algn="l" rtl="0">
              <a:lnSpc>
                <a:spcPct val="100000"/>
              </a:lnSpc>
              <a:spcBef>
                <a:spcPts val="400"/>
              </a:spcBef>
              <a:spcAft>
                <a:spcPts val="0"/>
              </a:spcAft>
              <a:buClr>
                <a:schemeClr val="dk1"/>
              </a:buClr>
              <a:buSzPts val="2000"/>
              <a:buChar char="•"/>
            </a:pPr>
            <a:r>
              <a:rPr lang="en-US" sz="2000" b="0" i="0" u="none">
                <a:solidFill>
                  <a:schemeClr val="dk1"/>
                </a:solidFill>
                <a:latin typeface="Calibri"/>
                <a:ea typeface="Calibri"/>
                <a:cs typeface="Calibri"/>
                <a:sym typeface="Calibri"/>
              </a:rPr>
              <a:t>Examples: Linux, Windows</a:t>
            </a:r>
            <a:endParaRPr/>
          </a:p>
          <a:p>
            <a:pPr marL="342900" lvl="0" indent="-215900" algn="l" rtl="0">
              <a:lnSpc>
                <a:spcPct val="100000"/>
              </a:lnSpc>
              <a:spcBef>
                <a:spcPts val="400"/>
              </a:spcBef>
              <a:spcAft>
                <a:spcPts val="0"/>
              </a:spcAft>
              <a:buClr>
                <a:schemeClr val="dk1"/>
              </a:buClr>
              <a:buSzPts val="2000"/>
              <a:buNone/>
            </a:pPr>
            <a:endParaRPr sz="2000" b="0" i="0" u="none">
              <a:solidFill>
                <a:schemeClr val="dk1"/>
              </a:solidFill>
              <a:latin typeface="Arial"/>
              <a:ea typeface="Arial"/>
              <a:cs typeface="Arial"/>
              <a:sym typeface="Arial"/>
            </a:endParaRPr>
          </a:p>
          <a:p>
            <a:pPr marL="342900" lvl="0" indent="-215900" algn="l" rtl="0">
              <a:lnSpc>
                <a:spcPct val="100000"/>
              </a:lnSpc>
              <a:spcBef>
                <a:spcPts val="400"/>
              </a:spcBef>
              <a:spcAft>
                <a:spcPts val="0"/>
              </a:spcAft>
              <a:buClr>
                <a:schemeClr val="dk1"/>
              </a:buClr>
              <a:buSzPts val="2000"/>
              <a:buNone/>
            </a:pPr>
            <a:endParaRPr sz="2000" b="0" i="0" u="none">
              <a:solidFill>
                <a:schemeClr val="dk1"/>
              </a:solidFill>
              <a:latin typeface="Arial"/>
              <a:ea typeface="Arial"/>
              <a:cs typeface="Arial"/>
              <a:sym typeface="Arial"/>
            </a:endParaRPr>
          </a:p>
          <a:p>
            <a:pPr marL="342900" lvl="0" indent="-215900" algn="l" rtl="0">
              <a:lnSpc>
                <a:spcPct val="100000"/>
              </a:lnSpc>
              <a:spcBef>
                <a:spcPts val="400"/>
              </a:spcBef>
              <a:spcAft>
                <a:spcPts val="0"/>
              </a:spcAft>
              <a:buClr>
                <a:schemeClr val="dk1"/>
              </a:buClr>
              <a:buSzPts val="2000"/>
              <a:buNone/>
            </a:pPr>
            <a:endParaRPr sz="2000" b="0" i="0" u="none">
              <a:solidFill>
                <a:schemeClr val="dk1"/>
              </a:solidFill>
              <a:latin typeface="Arial"/>
              <a:ea typeface="Arial"/>
              <a:cs typeface="Arial"/>
              <a:sym typeface="Arial"/>
            </a:endParaRPr>
          </a:p>
          <a:p>
            <a:pPr marL="342900" lvl="0" indent="-215900" algn="l" rtl="0">
              <a:spcBef>
                <a:spcPts val="400"/>
              </a:spcBef>
              <a:spcAft>
                <a:spcPts val="0"/>
              </a:spcAft>
              <a:buClr>
                <a:schemeClr val="dk1"/>
              </a:buClr>
              <a:buSzPts val="2000"/>
              <a:buNone/>
            </a:pPr>
            <a:endParaRPr sz="2000" b="0" i="0" u="none">
              <a:solidFill>
                <a:schemeClr val="dk1"/>
              </a:solidFill>
              <a:latin typeface="Arial"/>
              <a:ea typeface="Arial"/>
              <a:cs typeface="Arial"/>
              <a:sym typeface="Arial"/>
            </a:endParaRPr>
          </a:p>
        </p:txBody>
      </p:sp>
      <p:sp>
        <p:nvSpPr>
          <p:cNvPr id="306" name="Google Shape;306;p31"/>
          <p:cNvSpPr txBox="1">
            <a:spLocks noGrp="1"/>
          </p:cNvSpPr>
          <p:nvPr>
            <p:ph type="title"/>
          </p:nvPr>
        </p:nvSpPr>
        <p:spPr>
          <a:xfrm>
            <a:off x="1143000" y="304800"/>
            <a:ext cx="7391400" cy="609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Network Operating System</a:t>
            </a:r>
            <a:endParaRPr/>
          </a:p>
        </p:txBody>
      </p:sp>
      <p:pic>
        <p:nvPicPr>
          <p:cNvPr id="307" name="Google Shape;307;p31"/>
          <p:cNvPicPr preferRelativeResize="0"/>
          <p:nvPr/>
        </p:nvPicPr>
        <p:blipFill rotWithShape="1">
          <a:blip r:embed="rId3">
            <a:alphaModFix/>
          </a:blip>
          <a:srcRect/>
          <a:stretch/>
        </p:blipFill>
        <p:spPr>
          <a:xfrm>
            <a:off x="4343400" y="4572000"/>
            <a:ext cx="4191000" cy="20955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32"/>
          <p:cNvSpPr txBox="1"/>
          <p:nvPr/>
        </p:nvSpPr>
        <p:spPr>
          <a:xfrm>
            <a:off x="762000" y="101600"/>
            <a:ext cx="7543800" cy="584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Need for Middleware</a:t>
            </a:r>
            <a:endParaRPr/>
          </a:p>
        </p:txBody>
      </p:sp>
      <p:sp>
        <p:nvSpPr>
          <p:cNvPr id="314" name="Google Shape;314;p32"/>
          <p:cNvSpPr txBox="1"/>
          <p:nvPr/>
        </p:nvSpPr>
        <p:spPr>
          <a:xfrm>
            <a:off x="533400" y="822325"/>
            <a:ext cx="8382000" cy="6370637"/>
          </a:xfrm>
          <a:prstGeom prst="rect">
            <a:avLst/>
          </a:prstGeom>
          <a:noFill/>
          <a:ln>
            <a:noFill/>
          </a:ln>
        </p:spPr>
        <p:txBody>
          <a:bodyPr spcFirstLastPara="1" wrap="square" lIns="91425" tIns="45700" rIns="91425" bIns="45700" anchor="t" anchorCtr="0">
            <a:spAutoFit/>
          </a:bodyPr>
          <a:lstStyle/>
          <a:p>
            <a:pPr marL="0" marR="0" lvl="0" indent="-152400" algn="l" rtl="0">
              <a:lnSpc>
                <a:spcPct val="100000"/>
              </a:lnSpc>
              <a:spcBef>
                <a:spcPts val="0"/>
              </a:spcBef>
              <a:spcAft>
                <a:spcPts val="0"/>
              </a:spcAft>
              <a:buClr>
                <a:schemeClr val="dk1"/>
              </a:buClr>
              <a:buSzPts val="2400"/>
              <a:buFont typeface="Arial"/>
              <a:buChar char="•"/>
            </a:pPr>
            <a:r>
              <a:rPr lang="en-US" sz="2400" b="0" i="0" u="none">
                <a:solidFill>
                  <a:schemeClr val="dk1"/>
                </a:solidFill>
                <a:latin typeface="Calibri"/>
                <a:ea typeface="Calibri"/>
                <a:cs typeface="Calibri"/>
                <a:sym typeface="Calibri"/>
              </a:rPr>
              <a:t> Too many networked applications were difficult to integrate:</a:t>
            </a:r>
            <a:endParaRPr/>
          </a:p>
          <a:p>
            <a:pPr marL="0" marR="0" lvl="0" indent="0" algn="l" rtl="0">
              <a:lnSpc>
                <a:spcPct val="100000"/>
              </a:lnSpc>
              <a:spcBef>
                <a:spcPts val="1200"/>
              </a:spcBef>
              <a:spcAft>
                <a:spcPts val="0"/>
              </a:spcAft>
              <a:buClr>
                <a:schemeClr val="dk1"/>
              </a:buClr>
              <a:buSzPts val="2400"/>
              <a:buFont typeface="Calibri"/>
              <a:buNone/>
            </a:pPr>
            <a:r>
              <a:rPr lang="en-US" sz="2400" b="0" i="0" u="none">
                <a:solidFill>
                  <a:schemeClr val="dk1"/>
                </a:solidFill>
                <a:latin typeface="Calibri"/>
                <a:ea typeface="Calibri"/>
                <a:cs typeface="Calibri"/>
                <a:sym typeface="Calibri"/>
              </a:rPr>
              <a:t>- Departments are running different NOSs</a:t>
            </a:r>
            <a:endParaRPr/>
          </a:p>
          <a:p>
            <a:pPr marL="0" marR="0" lvl="0" indent="0" algn="l" rtl="0">
              <a:lnSpc>
                <a:spcPct val="100000"/>
              </a:lnSpc>
              <a:spcBef>
                <a:spcPts val="1200"/>
              </a:spcBef>
              <a:spcAft>
                <a:spcPts val="0"/>
              </a:spcAft>
              <a:buClr>
                <a:schemeClr val="dk1"/>
              </a:buClr>
              <a:buSzPts val="2400"/>
              <a:buFont typeface="Calibri"/>
              <a:buNone/>
            </a:pPr>
            <a:r>
              <a:rPr lang="en-US" sz="2400" b="0" i="0" u="none">
                <a:solidFill>
                  <a:schemeClr val="dk1"/>
                </a:solidFill>
                <a:latin typeface="Calibri"/>
                <a:ea typeface="Calibri"/>
                <a:cs typeface="Calibri"/>
                <a:sym typeface="Calibri"/>
              </a:rPr>
              <a:t>- Integration and interoperability only at level of primitive NOS Services</a:t>
            </a:r>
            <a:endParaRPr/>
          </a:p>
          <a:p>
            <a:pPr marL="0" marR="0" lvl="0" indent="-152400" algn="l" rtl="0">
              <a:lnSpc>
                <a:spcPct val="100000"/>
              </a:lnSpc>
              <a:spcBef>
                <a:spcPts val="120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 Need for federated information systems:</a:t>
            </a:r>
            <a:endParaRPr/>
          </a:p>
          <a:p>
            <a:pPr marL="0" marR="0" lvl="0" indent="0" algn="l" rtl="0">
              <a:lnSpc>
                <a:spcPct val="100000"/>
              </a:lnSpc>
              <a:spcBef>
                <a:spcPts val="1200"/>
              </a:spcBef>
              <a:spcAft>
                <a:spcPts val="0"/>
              </a:spcAft>
              <a:buClr>
                <a:schemeClr val="dk1"/>
              </a:buClr>
              <a:buSzPts val="2400"/>
              <a:buFont typeface="Calibri"/>
              <a:buNone/>
            </a:pPr>
            <a:r>
              <a:rPr lang="en-US" sz="2400" b="0" i="0" u="none">
                <a:solidFill>
                  <a:schemeClr val="dk1"/>
                </a:solidFill>
                <a:latin typeface="Calibri"/>
                <a:ea typeface="Calibri"/>
                <a:cs typeface="Calibri"/>
                <a:sym typeface="Calibri"/>
              </a:rPr>
              <a:t>  </a:t>
            </a:r>
            <a:r>
              <a:rPr lang="en-US" sz="2400" b="1" i="0" u="none">
                <a:solidFill>
                  <a:schemeClr val="dk1"/>
                </a:solidFill>
                <a:latin typeface="Calibri"/>
                <a:ea typeface="Calibri"/>
                <a:cs typeface="Calibri"/>
                <a:sym typeface="Calibri"/>
              </a:rPr>
              <a:t>–</a:t>
            </a:r>
            <a:r>
              <a:rPr lang="en-US" sz="2400" b="0" i="0" u="none">
                <a:solidFill>
                  <a:schemeClr val="dk1"/>
                </a:solidFill>
                <a:latin typeface="Calibri"/>
                <a:ea typeface="Calibri"/>
                <a:cs typeface="Calibri"/>
                <a:sym typeface="Calibri"/>
              </a:rPr>
              <a:t> Combining different databases, but providing a single view to   applications</a:t>
            </a:r>
            <a:endParaRPr/>
          </a:p>
          <a:p>
            <a:pPr marL="0" marR="0" lvl="0" indent="0" algn="l" rtl="0">
              <a:lnSpc>
                <a:spcPct val="100000"/>
              </a:lnSpc>
              <a:spcBef>
                <a:spcPts val="1200"/>
              </a:spcBef>
              <a:spcAft>
                <a:spcPts val="0"/>
              </a:spcAft>
              <a:buClr>
                <a:schemeClr val="dk1"/>
              </a:buClr>
              <a:buSzPts val="2400"/>
              <a:buFont typeface="Calibri"/>
              <a:buNone/>
            </a:pPr>
            <a:r>
              <a:rPr lang="en-US" sz="2400" b="0" i="0" u="none">
                <a:solidFill>
                  <a:schemeClr val="dk1"/>
                </a:solidFill>
                <a:latin typeface="Calibri"/>
                <a:ea typeface="Calibri"/>
                <a:cs typeface="Calibri"/>
                <a:sym typeface="Calibri"/>
              </a:rPr>
              <a:t>  </a:t>
            </a:r>
            <a:r>
              <a:rPr lang="en-US" sz="2400" b="1" i="0" u="none">
                <a:solidFill>
                  <a:schemeClr val="dk1"/>
                </a:solidFill>
                <a:latin typeface="Calibri"/>
                <a:ea typeface="Calibri"/>
                <a:cs typeface="Calibri"/>
                <a:sym typeface="Calibri"/>
              </a:rPr>
              <a:t>–</a:t>
            </a:r>
            <a:r>
              <a:rPr lang="en-US" sz="2400" b="0" i="0" u="none">
                <a:solidFill>
                  <a:schemeClr val="dk1"/>
                </a:solidFill>
                <a:latin typeface="Calibri"/>
                <a:ea typeface="Calibri"/>
                <a:cs typeface="Calibri"/>
                <a:sym typeface="Calibri"/>
              </a:rPr>
              <a:t> Setting up enterprise-wide Internet services, making use of existing information systems</a:t>
            </a:r>
            <a:endParaRPr/>
          </a:p>
          <a:p>
            <a:pPr marL="0" marR="0" lvl="0" indent="0" algn="l" rtl="0">
              <a:lnSpc>
                <a:spcPct val="100000"/>
              </a:lnSpc>
              <a:spcBef>
                <a:spcPts val="1200"/>
              </a:spcBef>
              <a:spcAft>
                <a:spcPts val="0"/>
              </a:spcAft>
              <a:buClr>
                <a:schemeClr val="dk1"/>
              </a:buClr>
              <a:buSzPts val="2400"/>
              <a:buFont typeface="Calibri"/>
              <a:buNone/>
            </a:pPr>
            <a:r>
              <a:rPr lang="en-US" sz="2400" b="1" i="0" u="none">
                <a:solidFill>
                  <a:schemeClr val="dk1"/>
                </a:solidFill>
                <a:latin typeface="Calibri"/>
                <a:ea typeface="Calibri"/>
                <a:cs typeface="Calibri"/>
                <a:sym typeface="Calibri"/>
              </a:rPr>
              <a:t>  – </a:t>
            </a:r>
            <a:r>
              <a:rPr lang="en-US" sz="2400" b="0" i="0" u="none">
                <a:solidFill>
                  <a:schemeClr val="dk1"/>
                </a:solidFill>
                <a:latin typeface="Calibri"/>
                <a:ea typeface="Calibri"/>
                <a:cs typeface="Calibri"/>
                <a:sym typeface="Calibri"/>
              </a:rPr>
              <a:t>Allow transactions across different databases</a:t>
            </a:r>
            <a:endParaRPr/>
          </a:p>
          <a:p>
            <a:pPr marL="0" marR="0" lvl="0" indent="0" algn="l" rtl="0">
              <a:lnSpc>
                <a:spcPct val="100000"/>
              </a:lnSpc>
              <a:spcBef>
                <a:spcPts val="1200"/>
              </a:spcBef>
              <a:spcAft>
                <a:spcPts val="0"/>
              </a:spcAft>
              <a:buClr>
                <a:schemeClr val="dk1"/>
              </a:buClr>
              <a:buSzPts val="2400"/>
              <a:buFont typeface="Calibri"/>
              <a:buNone/>
            </a:pPr>
            <a:r>
              <a:rPr lang="en-US" sz="2400" b="1" i="0" u="none">
                <a:solidFill>
                  <a:schemeClr val="dk1"/>
                </a:solidFill>
                <a:latin typeface="Calibri"/>
                <a:ea typeface="Calibri"/>
                <a:cs typeface="Calibri"/>
                <a:sym typeface="Calibri"/>
              </a:rPr>
              <a:t>  – </a:t>
            </a:r>
            <a:r>
              <a:rPr lang="en-US" sz="2400" b="0" i="0" u="none">
                <a:solidFill>
                  <a:schemeClr val="dk1"/>
                </a:solidFill>
                <a:latin typeface="Calibri"/>
                <a:ea typeface="Calibri"/>
                <a:cs typeface="Calibri"/>
                <a:sym typeface="Calibri"/>
              </a:rPr>
              <a:t>Allow extensibility for future services (e.g., mobility, teleworking, collaborative applications)</a:t>
            </a:r>
            <a:endParaRPr/>
          </a:p>
          <a:p>
            <a:pPr marL="0" marR="0" lvl="0" indent="0" algn="l" rtl="0">
              <a:lnSpc>
                <a:spcPct val="100000"/>
              </a:lnSpc>
              <a:spcBef>
                <a:spcPts val="0"/>
              </a:spcBef>
              <a:spcAft>
                <a:spcPts val="0"/>
              </a:spcAft>
              <a:buNone/>
            </a:pPr>
            <a:endParaRPr sz="2400" b="0" i="0" u="non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33"/>
          <p:cNvSpPr txBox="1">
            <a:spLocks noGrp="1"/>
          </p:cNvSpPr>
          <p:nvPr>
            <p:ph type="body" idx="1"/>
          </p:nvPr>
        </p:nvSpPr>
        <p:spPr>
          <a:xfrm>
            <a:off x="457200" y="914400"/>
            <a:ext cx="8382000" cy="5257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2000"/>
              <a:buChar char="•"/>
            </a:pPr>
            <a:r>
              <a:rPr lang="en-US" sz="2000" b="0" i="0" u="none">
                <a:solidFill>
                  <a:schemeClr val="dk1"/>
                </a:solidFill>
                <a:latin typeface="Arial"/>
                <a:ea typeface="Arial"/>
                <a:cs typeface="Arial"/>
                <a:sym typeface="Arial"/>
              </a:rPr>
              <a:t>As per definition, neither DOS or NOS really qualifies as a distributed system</a:t>
            </a:r>
            <a:endParaRPr/>
          </a:p>
          <a:p>
            <a:pPr marL="342900" lvl="0" indent="-342900" algn="l" rtl="0">
              <a:lnSpc>
                <a:spcPct val="100000"/>
              </a:lnSpc>
              <a:spcBef>
                <a:spcPts val="400"/>
              </a:spcBef>
              <a:spcAft>
                <a:spcPts val="0"/>
              </a:spcAft>
              <a:buClr>
                <a:schemeClr val="dk1"/>
              </a:buClr>
              <a:buSzPts val="2000"/>
              <a:buChar char="•"/>
            </a:pPr>
            <a:r>
              <a:rPr lang="en-US" sz="2000" b="0" i="0" u="none">
                <a:solidFill>
                  <a:schemeClr val="dk1"/>
                </a:solidFill>
                <a:latin typeface="Arial"/>
                <a:ea typeface="Arial"/>
                <a:cs typeface="Arial"/>
                <a:sym typeface="Arial"/>
              </a:rPr>
              <a:t>DOS does not intended to handle a collection of independent computers</a:t>
            </a:r>
            <a:endParaRPr/>
          </a:p>
          <a:p>
            <a:pPr marL="342900" lvl="0" indent="-342900" algn="l" rtl="0">
              <a:lnSpc>
                <a:spcPct val="100000"/>
              </a:lnSpc>
              <a:spcBef>
                <a:spcPts val="400"/>
              </a:spcBef>
              <a:spcAft>
                <a:spcPts val="0"/>
              </a:spcAft>
              <a:buClr>
                <a:schemeClr val="dk1"/>
              </a:buClr>
              <a:buSzPts val="2000"/>
              <a:buChar char="•"/>
            </a:pPr>
            <a:r>
              <a:rPr lang="en-US" sz="2000" b="0" i="0" u="none">
                <a:solidFill>
                  <a:schemeClr val="dk1"/>
                </a:solidFill>
                <a:latin typeface="Arial"/>
                <a:ea typeface="Arial"/>
                <a:cs typeface="Arial"/>
                <a:sym typeface="Arial"/>
              </a:rPr>
              <a:t>NOS does not provide a view of a single coherent system</a:t>
            </a:r>
            <a:endParaRPr/>
          </a:p>
          <a:p>
            <a:pPr marL="342900" lvl="0" indent="-342900" algn="l" rtl="0">
              <a:lnSpc>
                <a:spcPct val="100000"/>
              </a:lnSpc>
              <a:spcBef>
                <a:spcPts val="400"/>
              </a:spcBef>
              <a:spcAft>
                <a:spcPts val="0"/>
              </a:spcAft>
              <a:buClr>
                <a:schemeClr val="dk1"/>
              </a:buClr>
              <a:buSzPts val="2000"/>
              <a:buChar char="•"/>
            </a:pPr>
            <a:r>
              <a:rPr lang="en-US" sz="2000" b="0" i="0" u="none">
                <a:solidFill>
                  <a:schemeClr val="dk1"/>
                </a:solidFill>
                <a:latin typeface="Arial"/>
                <a:ea typeface="Arial"/>
                <a:cs typeface="Arial"/>
                <a:sym typeface="Arial"/>
              </a:rPr>
              <a:t>Is it possible to develop distributed system with both worlds: </a:t>
            </a:r>
            <a:endParaRPr/>
          </a:p>
          <a:p>
            <a:pPr marL="342900" lvl="0" indent="-342900" algn="l" rtl="0">
              <a:lnSpc>
                <a:spcPct val="100000"/>
              </a:lnSpc>
              <a:spcBef>
                <a:spcPts val="400"/>
              </a:spcBef>
              <a:spcAft>
                <a:spcPts val="0"/>
              </a:spcAft>
              <a:buClr>
                <a:schemeClr val="dk1"/>
              </a:buClr>
              <a:buSzPts val="2000"/>
              <a:buChar char="-"/>
            </a:pPr>
            <a:r>
              <a:rPr lang="en-US" sz="2000" b="0" i="0" u="none">
                <a:solidFill>
                  <a:schemeClr val="dk1"/>
                </a:solidFill>
                <a:latin typeface="Arial"/>
                <a:ea typeface="Arial"/>
                <a:cs typeface="Arial"/>
                <a:sym typeface="Arial"/>
              </a:rPr>
              <a:t>Scalability and openness of NOS</a:t>
            </a:r>
            <a:endParaRPr/>
          </a:p>
          <a:p>
            <a:pPr marL="342900" lvl="0" indent="-342900" algn="l" rtl="0">
              <a:lnSpc>
                <a:spcPct val="100000"/>
              </a:lnSpc>
              <a:spcBef>
                <a:spcPts val="400"/>
              </a:spcBef>
              <a:spcAft>
                <a:spcPts val="0"/>
              </a:spcAft>
              <a:buClr>
                <a:schemeClr val="dk1"/>
              </a:buClr>
              <a:buSzPts val="2000"/>
              <a:buChar char="-"/>
            </a:pPr>
            <a:r>
              <a:rPr lang="en-US" sz="2000" b="0" i="0" u="none">
                <a:solidFill>
                  <a:schemeClr val="dk1"/>
                </a:solidFill>
                <a:latin typeface="Arial"/>
                <a:ea typeface="Arial"/>
                <a:cs typeface="Arial"/>
                <a:sym typeface="Arial"/>
              </a:rPr>
              <a:t>Transparency and ease of use of DOS</a:t>
            </a:r>
            <a:endParaRPr/>
          </a:p>
          <a:p>
            <a:pPr marL="342900" lvl="0" indent="-342900" algn="l" rtl="0">
              <a:lnSpc>
                <a:spcPct val="100000"/>
              </a:lnSpc>
              <a:spcBef>
                <a:spcPts val="400"/>
              </a:spcBef>
              <a:spcAft>
                <a:spcPts val="0"/>
              </a:spcAft>
              <a:buClr>
                <a:schemeClr val="dk1"/>
              </a:buClr>
              <a:buSzPts val="2000"/>
              <a:buFont typeface="Arial"/>
              <a:buChar char="•"/>
            </a:pPr>
            <a:r>
              <a:rPr lang="en-US" sz="2000" b="0" i="0" u="none">
                <a:solidFill>
                  <a:schemeClr val="dk1"/>
                </a:solidFill>
                <a:latin typeface="Arial"/>
                <a:ea typeface="Arial"/>
                <a:cs typeface="Arial"/>
                <a:sym typeface="Arial"/>
              </a:rPr>
              <a:t>Solution: one more layer – middleware; may be a separate or part of NOS</a:t>
            </a:r>
            <a:endParaRPr/>
          </a:p>
          <a:p>
            <a:pPr marL="342900" lvl="0" indent="-215900" algn="l" rtl="0">
              <a:lnSpc>
                <a:spcPct val="100000"/>
              </a:lnSpc>
              <a:spcBef>
                <a:spcPts val="400"/>
              </a:spcBef>
              <a:spcAft>
                <a:spcPts val="0"/>
              </a:spcAft>
              <a:buClr>
                <a:schemeClr val="dk1"/>
              </a:buClr>
              <a:buSzPts val="2000"/>
              <a:buNone/>
            </a:pPr>
            <a:endParaRPr sz="2000" b="0" i="0" u="none">
              <a:solidFill>
                <a:schemeClr val="dk1"/>
              </a:solidFill>
              <a:latin typeface="Arial"/>
              <a:ea typeface="Arial"/>
              <a:cs typeface="Arial"/>
              <a:sym typeface="Arial"/>
            </a:endParaRPr>
          </a:p>
          <a:p>
            <a:pPr marL="342900" lvl="0" indent="-215900" algn="l" rtl="0">
              <a:lnSpc>
                <a:spcPct val="100000"/>
              </a:lnSpc>
              <a:spcBef>
                <a:spcPts val="400"/>
              </a:spcBef>
              <a:spcAft>
                <a:spcPts val="0"/>
              </a:spcAft>
              <a:buClr>
                <a:schemeClr val="dk1"/>
              </a:buClr>
              <a:buSzPts val="2000"/>
              <a:buNone/>
            </a:pPr>
            <a:endParaRPr sz="2000" b="0" i="0" u="none">
              <a:solidFill>
                <a:schemeClr val="dk1"/>
              </a:solidFill>
              <a:latin typeface="Arial"/>
              <a:ea typeface="Arial"/>
              <a:cs typeface="Arial"/>
              <a:sym typeface="Arial"/>
            </a:endParaRPr>
          </a:p>
          <a:p>
            <a:pPr marL="342900" lvl="0" indent="-215900" algn="l" rtl="0">
              <a:spcBef>
                <a:spcPts val="400"/>
              </a:spcBef>
              <a:spcAft>
                <a:spcPts val="0"/>
              </a:spcAft>
              <a:buClr>
                <a:schemeClr val="dk1"/>
              </a:buClr>
              <a:buSzPts val="2000"/>
              <a:buNone/>
            </a:pPr>
            <a:endParaRPr sz="2000" b="0" i="0" u="none">
              <a:solidFill>
                <a:schemeClr val="dk1"/>
              </a:solidFill>
              <a:latin typeface="Arial"/>
              <a:ea typeface="Arial"/>
              <a:cs typeface="Arial"/>
              <a:sym typeface="Arial"/>
            </a:endParaRPr>
          </a:p>
        </p:txBody>
      </p:sp>
      <p:sp>
        <p:nvSpPr>
          <p:cNvPr id="321" name="Google Shape;321;p33"/>
          <p:cNvSpPr txBox="1">
            <a:spLocks noGrp="1"/>
          </p:cNvSpPr>
          <p:nvPr>
            <p:ph type="title"/>
          </p:nvPr>
        </p:nvSpPr>
        <p:spPr>
          <a:xfrm>
            <a:off x="1143000" y="304800"/>
            <a:ext cx="7391400" cy="609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Middleware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4"/>
          <p:cNvSpPr txBox="1"/>
          <p:nvPr/>
        </p:nvSpPr>
        <p:spPr>
          <a:xfrm>
            <a:off x="609600" y="228600"/>
            <a:ext cx="7772400" cy="584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Middleware</a:t>
            </a:r>
            <a:endParaRPr/>
          </a:p>
        </p:txBody>
      </p:sp>
      <p:sp>
        <p:nvSpPr>
          <p:cNvPr id="328" name="Google Shape;328;p34"/>
          <p:cNvSpPr txBox="1"/>
          <p:nvPr/>
        </p:nvSpPr>
        <p:spPr>
          <a:xfrm>
            <a:off x="838200" y="1114425"/>
            <a:ext cx="7924800" cy="28622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Some characteristics:</a:t>
            </a:r>
            <a:endParaRPr/>
          </a:p>
          <a:p>
            <a:pPr marL="0" marR="0" lvl="0" indent="-127000" algn="l" rtl="0">
              <a:lnSpc>
                <a:spcPct val="100000"/>
              </a:lnSpc>
              <a:spcBef>
                <a:spcPts val="0"/>
              </a:spcBef>
              <a:spcAft>
                <a:spcPts val="0"/>
              </a:spcAft>
              <a:buClr>
                <a:schemeClr val="dk1"/>
              </a:buClr>
              <a:buSzPts val="2000"/>
              <a:buFont typeface="Calibri"/>
              <a:buChar char="•"/>
            </a:pPr>
            <a:r>
              <a:rPr lang="en-US" sz="2000" b="1" i="0" u="none">
                <a:solidFill>
                  <a:schemeClr val="dk1"/>
                </a:solidFill>
                <a:latin typeface="Calibri"/>
                <a:ea typeface="Calibri"/>
                <a:cs typeface="Calibri"/>
                <a:sym typeface="Calibri"/>
              </a:rPr>
              <a:t> </a:t>
            </a:r>
            <a:r>
              <a:rPr lang="en-US" sz="2000" b="0" i="0" u="none">
                <a:solidFill>
                  <a:schemeClr val="dk1"/>
                </a:solidFill>
                <a:latin typeface="Calibri"/>
                <a:ea typeface="Calibri"/>
                <a:cs typeface="Calibri"/>
                <a:sym typeface="Calibri"/>
              </a:rPr>
              <a:t>OS on each computer need not know about the other computers</a:t>
            </a:r>
            <a:endParaRPr/>
          </a:p>
          <a:p>
            <a:pPr marL="0" marR="0" lvl="0" indent="-127000" algn="l" rtl="0">
              <a:lnSpc>
                <a:spcPct val="100000"/>
              </a:lnSpc>
              <a:spcBef>
                <a:spcPts val="0"/>
              </a:spcBef>
              <a:spcAft>
                <a:spcPts val="0"/>
              </a:spcAft>
              <a:buClr>
                <a:schemeClr val="dk1"/>
              </a:buClr>
              <a:buSzPts val="2000"/>
              <a:buFont typeface="Calibri"/>
              <a:buChar char="•"/>
            </a:pPr>
            <a:r>
              <a:rPr lang="en-US" sz="2000" b="0" i="0" u="none">
                <a:solidFill>
                  <a:schemeClr val="dk1"/>
                </a:solidFill>
                <a:latin typeface="Calibri"/>
                <a:ea typeface="Calibri"/>
                <a:cs typeface="Calibri"/>
                <a:sym typeface="Calibri"/>
              </a:rPr>
              <a:t> OS on different computers need not generally be the same</a:t>
            </a:r>
            <a:endParaRPr/>
          </a:p>
          <a:p>
            <a:pPr marL="0" marR="0" lvl="0" indent="-127000" algn="l" rtl="0">
              <a:lnSpc>
                <a:spcPct val="100000"/>
              </a:lnSpc>
              <a:spcBef>
                <a:spcPts val="0"/>
              </a:spcBef>
              <a:spcAft>
                <a:spcPts val="0"/>
              </a:spcAft>
              <a:buClr>
                <a:schemeClr val="dk1"/>
              </a:buClr>
              <a:buSzPts val="2000"/>
              <a:buFont typeface="Calibri"/>
              <a:buChar char="•"/>
            </a:pPr>
            <a:r>
              <a:rPr lang="en-US" sz="2000" b="0" i="0" u="none">
                <a:solidFill>
                  <a:schemeClr val="dk1"/>
                </a:solidFill>
                <a:latin typeface="Calibri"/>
                <a:ea typeface="Calibri"/>
                <a:cs typeface="Calibri"/>
                <a:sym typeface="Calibri"/>
              </a:rPr>
              <a:t> Services are generally (transparently) distributed across computers</a:t>
            </a:r>
            <a:endParaRPr/>
          </a:p>
          <a:p>
            <a:pPr marL="0" marR="0" lvl="0" indent="-127000" algn="l" rtl="0">
              <a:lnSpc>
                <a:spcPct val="100000"/>
              </a:lnSpc>
              <a:spcBef>
                <a:spcPts val="0"/>
              </a:spcBef>
              <a:spcAft>
                <a:spcPts val="0"/>
              </a:spcAft>
              <a:buClr>
                <a:schemeClr val="dk1"/>
              </a:buClr>
              <a:buSzPts val="2000"/>
              <a:buFont typeface="Calibri"/>
              <a:buChar char="•"/>
            </a:pPr>
            <a:r>
              <a:rPr lang="en-US" sz="2000" b="0" i="0" u="none">
                <a:solidFill>
                  <a:schemeClr val="dk1"/>
                </a:solidFill>
                <a:latin typeface="Calibri"/>
                <a:ea typeface="Calibri"/>
                <a:cs typeface="Calibri"/>
                <a:sym typeface="Calibri"/>
              </a:rPr>
              <a:t>System independent interface for distributed programming</a:t>
            </a:r>
            <a:endParaRPr/>
          </a:p>
          <a:p>
            <a:pPr marL="0" marR="0" lvl="0" indent="-127000" algn="l" rtl="0">
              <a:lnSpc>
                <a:spcPct val="100000"/>
              </a:lnSpc>
              <a:spcBef>
                <a:spcPts val="0"/>
              </a:spcBef>
              <a:spcAft>
                <a:spcPts val="0"/>
              </a:spcAft>
              <a:buClr>
                <a:schemeClr val="dk1"/>
              </a:buClr>
              <a:buSzPts val="2000"/>
              <a:buFont typeface="Calibri"/>
              <a:buChar char="•"/>
            </a:pPr>
            <a:r>
              <a:rPr lang="en-US" sz="2000" b="0" i="0" u="none">
                <a:solidFill>
                  <a:schemeClr val="dk1"/>
                </a:solidFill>
                <a:latin typeface="Calibri"/>
                <a:ea typeface="Calibri"/>
                <a:cs typeface="Calibri"/>
                <a:sym typeface="Calibri"/>
              </a:rPr>
              <a:t>Improves transparency (e.g., hides heterogeneity)</a:t>
            </a:r>
            <a:endParaRPr/>
          </a:p>
          <a:p>
            <a:pPr marL="0" marR="0" lvl="0" indent="-127000" algn="l" rtl="0">
              <a:lnSpc>
                <a:spcPct val="100000"/>
              </a:lnSpc>
              <a:spcBef>
                <a:spcPts val="0"/>
              </a:spcBef>
              <a:spcAft>
                <a:spcPts val="0"/>
              </a:spcAft>
              <a:buClr>
                <a:schemeClr val="dk1"/>
              </a:buClr>
              <a:buSzPts val="2000"/>
              <a:buFont typeface="Calibri"/>
              <a:buChar char="•"/>
            </a:pPr>
            <a:r>
              <a:rPr lang="en-US" sz="2000" b="0" i="0" u="none">
                <a:solidFill>
                  <a:schemeClr val="dk1"/>
                </a:solidFill>
                <a:latin typeface="Calibri"/>
                <a:ea typeface="Calibri"/>
                <a:cs typeface="Calibri"/>
                <a:sym typeface="Calibri"/>
              </a:rPr>
              <a:t>Provides services (e.g., naming service, transactions, etc.)</a:t>
            </a:r>
            <a:endParaRPr/>
          </a:p>
          <a:p>
            <a:pPr marL="0" marR="0" lvl="0" indent="-127000" algn="l" rtl="0">
              <a:lnSpc>
                <a:spcPct val="100000"/>
              </a:lnSpc>
              <a:spcBef>
                <a:spcPts val="0"/>
              </a:spcBef>
              <a:spcAft>
                <a:spcPts val="0"/>
              </a:spcAft>
              <a:buClr>
                <a:schemeClr val="dk1"/>
              </a:buClr>
              <a:buSzPts val="2000"/>
              <a:buFont typeface="Calibri"/>
              <a:buChar char="•"/>
            </a:pPr>
            <a:r>
              <a:rPr lang="en-US" sz="2000" b="0" i="0" u="none">
                <a:solidFill>
                  <a:schemeClr val="dk1"/>
                </a:solidFill>
                <a:latin typeface="Calibri"/>
                <a:ea typeface="Calibri"/>
                <a:cs typeface="Calibri"/>
                <a:sym typeface="Calibri"/>
              </a:rPr>
              <a:t>Provides programming model (e.g., distributed objects)</a:t>
            </a:r>
            <a:endParaRPr/>
          </a:p>
          <a:p>
            <a:pPr marL="0" marR="0" lvl="0" indent="0" algn="l" rtl="0">
              <a:lnSpc>
                <a:spcPct val="100000"/>
              </a:lnSpc>
              <a:spcBef>
                <a:spcPts val="0"/>
              </a:spcBef>
              <a:spcAft>
                <a:spcPts val="0"/>
              </a:spcAft>
              <a:buNone/>
            </a:pPr>
            <a:endParaRPr sz="2000" b="0" i="0" u="none">
              <a:solidFill>
                <a:schemeClr val="dk1"/>
              </a:solidFill>
              <a:latin typeface="Calibri"/>
              <a:ea typeface="Calibri"/>
              <a:cs typeface="Calibri"/>
              <a:sym typeface="Calibri"/>
            </a:endParaRPr>
          </a:p>
        </p:txBody>
      </p:sp>
      <p:pic>
        <p:nvPicPr>
          <p:cNvPr id="329" name="Google Shape;329;p34"/>
          <p:cNvPicPr preferRelativeResize="0"/>
          <p:nvPr/>
        </p:nvPicPr>
        <p:blipFill rotWithShape="1">
          <a:blip r:embed="rId3">
            <a:alphaModFix/>
          </a:blip>
          <a:srcRect/>
          <a:stretch/>
        </p:blipFill>
        <p:spPr>
          <a:xfrm>
            <a:off x="381000" y="3886200"/>
            <a:ext cx="4495800" cy="2687637"/>
          </a:xfrm>
          <a:prstGeom prst="rect">
            <a:avLst/>
          </a:prstGeom>
          <a:noFill/>
          <a:ln>
            <a:noFill/>
          </a:ln>
        </p:spPr>
      </p:pic>
      <p:pic>
        <p:nvPicPr>
          <p:cNvPr id="330" name="Google Shape;330;p34"/>
          <p:cNvPicPr preferRelativeResize="0"/>
          <p:nvPr/>
        </p:nvPicPr>
        <p:blipFill rotWithShape="1">
          <a:blip r:embed="rId4">
            <a:alphaModFix/>
          </a:blip>
          <a:srcRect/>
          <a:stretch/>
        </p:blipFill>
        <p:spPr>
          <a:xfrm>
            <a:off x="4800600" y="4800600"/>
            <a:ext cx="3733800" cy="18669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5"/>
          <p:cNvSpPr txBox="1"/>
          <p:nvPr/>
        </p:nvSpPr>
        <p:spPr>
          <a:xfrm>
            <a:off x="838200" y="101600"/>
            <a:ext cx="7467600" cy="584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Middleware Services</a:t>
            </a:r>
            <a:endParaRPr/>
          </a:p>
        </p:txBody>
      </p:sp>
      <p:sp>
        <p:nvSpPr>
          <p:cNvPr id="337" name="Google Shape;337;p35"/>
          <p:cNvSpPr txBox="1"/>
          <p:nvPr/>
        </p:nvSpPr>
        <p:spPr>
          <a:xfrm>
            <a:off x="533400" y="609600"/>
            <a:ext cx="8153400" cy="60356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Communication services: </a:t>
            </a:r>
            <a:r>
              <a:rPr lang="en-US" sz="2000" b="0" i="0" u="none">
                <a:solidFill>
                  <a:schemeClr val="dk1"/>
                </a:solidFill>
                <a:latin typeface="Calibri"/>
                <a:ea typeface="Calibri"/>
                <a:cs typeface="Calibri"/>
                <a:sym typeface="Calibri"/>
              </a:rPr>
              <a:t>Abandon primitive socket-based message passing in favor of(for access transparency):</a:t>
            </a:r>
            <a:endParaRPr sz="2000" b="0" i="0" u="none">
              <a:solidFill>
                <a:schemeClr val="dk1"/>
              </a:solidFill>
              <a:latin typeface="Calibri"/>
              <a:ea typeface="Calibri"/>
              <a:cs typeface="Calibri"/>
              <a:sym typeface="Calibri"/>
            </a:endParaRPr>
          </a:p>
          <a:p>
            <a:pPr marL="457200" marR="0" lvl="1" indent="-1270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 Procedure calls across networks</a:t>
            </a:r>
            <a:endParaRPr/>
          </a:p>
          <a:p>
            <a:pPr marL="457200" marR="0" lvl="1" indent="-1270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 Remote-object method invocation</a:t>
            </a:r>
            <a:endParaRPr/>
          </a:p>
          <a:p>
            <a:pPr marL="457200" marR="0" lvl="1" indent="-1270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 Message-queuing systems</a:t>
            </a:r>
            <a:endParaRPr/>
          </a:p>
          <a:p>
            <a:pPr marL="457200" marR="0" lvl="1" indent="-1270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 Advanced communication streams</a:t>
            </a:r>
            <a:endParaRPr/>
          </a:p>
          <a:p>
            <a:pPr marL="457200" marR="0" lvl="1" indent="-1270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 Event notification service</a:t>
            </a:r>
            <a:endParaRPr/>
          </a:p>
          <a:p>
            <a:pPr marL="0" marR="0" lvl="0" indent="0" algn="l" rtl="0">
              <a:lnSpc>
                <a:spcPct val="100000"/>
              </a:lnSpc>
              <a:spcBef>
                <a:spcPts val="100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Information system services: </a:t>
            </a:r>
            <a:r>
              <a:rPr lang="en-US" sz="2000" b="0" i="0" u="none">
                <a:solidFill>
                  <a:schemeClr val="dk1"/>
                </a:solidFill>
                <a:latin typeface="Calibri"/>
                <a:ea typeface="Calibri"/>
                <a:cs typeface="Calibri"/>
                <a:sym typeface="Calibri"/>
              </a:rPr>
              <a:t>Services that help manage data in a distributed system:</a:t>
            </a:r>
            <a:endParaRPr/>
          </a:p>
          <a:p>
            <a:pPr marL="457200" marR="0" lvl="1" indent="-1270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 Large-scale, system-wide </a:t>
            </a:r>
            <a:r>
              <a:rPr lang="en-US" sz="2000" b="0" i="0" u="sng" strike="noStrike" cap="none">
                <a:solidFill>
                  <a:schemeClr val="dk1"/>
                </a:solidFill>
                <a:latin typeface="Calibri"/>
                <a:ea typeface="Calibri"/>
                <a:cs typeface="Calibri"/>
                <a:sym typeface="Calibri"/>
              </a:rPr>
              <a:t>naming services</a:t>
            </a:r>
            <a:endParaRPr/>
          </a:p>
          <a:p>
            <a:pPr marL="457200" marR="0" lvl="1" indent="-1270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 Advanced directory services (search engines)</a:t>
            </a:r>
            <a:endParaRPr/>
          </a:p>
          <a:p>
            <a:pPr marL="457200" marR="0" lvl="1" indent="-1270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 Location services for tracking mobile objects</a:t>
            </a:r>
            <a:endParaRPr/>
          </a:p>
          <a:p>
            <a:pPr marL="457200" marR="0" lvl="1" indent="-1270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 Persistent storage facilities</a:t>
            </a:r>
            <a:endParaRPr/>
          </a:p>
          <a:p>
            <a:pPr marL="457200" marR="0" lvl="1" indent="-1270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 Data caching and replication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36"/>
          <p:cNvSpPr txBox="1"/>
          <p:nvPr/>
        </p:nvSpPr>
        <p:spPr>
          <a:xfrm>
            <a:off x="838200" y="101600"/>
            <a:ext cx="7467600" cy="584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Middleware Services</a:t>
            </a:r>
            <a:endParaRPr/>
          </a:p>
        </p:txBody>
      </p:sp>
      <p:sp>
        <p:nvSpPr>
          <p:cNvPr id="344" name="Google Shape;344;p36"/>
          <p:cNvSpPr txBox="1"/>
          <p:nvPr/>
        </p:nvSpPr>
        <p:spPr>
          <a:xfrm>
            <a:off x="533400" y="914400"/>
            <a:ext cx="8305800" cy="39020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Control services: </a:t>
            </a:r>
            <a:r>
              <a:rPr lang="en-US" sz="2000" b="0" i="0" u="none">
                <a:solidFill>
                  <a:schemeClr val="dk1"/>
                </a:solidFill>
                <a:latin typeface="Calibri"/>
                <a:ea typeface="Calibri"/>
                <a:cs typeface="Calibri"/>
                <a:sym typeface="Calibri"/>
              </a:rPr>
              <a:t>Services giving applications control over when, where, and how they access data:</a:t>
            </a:r>
            <a:endParaRPr/>
          </a:p>
          <a:p>
            <a:pPr marL="457200" marR="0" lvl="1" indent="-1270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 Distributed transaction processing</a:t>
            </a:r>
            <a:endParaRPr/>
          </a:p>
          <a:p>
            <a:pPr marL="457200" marR="0" lvl="1" indent="-1270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 Code migration</a:t>
            </a:r>
            <a:endParaRPr/>
          </a:p>
          <a:p>
            <a:pPr marL="0" marR="0" lvl="0" indent="0" algn="l" rtl="0">
              <a:lnSpc>
                <a:spcPct val="100000"/>
              </a:lnSpc>
              <a:spcBef>
                <a:spcPts val="1000"/>
              </a:spcBef>
              <a:spcAft>
                <a:spcPts val="0"/>
              </a:spcAft>
              <a:buClr>
                <a:schemeClr val="dk1"/>
              </a:buClr>
              <a:buSzPts val="2000"/>
              <a:buFont typeface="Verdana"/>
              <a:buNone/>
            </a:pPr>
            <a:endParaRPr sz="2000" b="0" i="0" u="none">
              <a:solidFill>
                <a:schemeClr val="dk1"/>
              </a:solidFill>
              <a:latin typeface="Calibri"/>
              <a:ea typeface="Calibri"/>
              <a:cs typeface="Calibri"/>
              <a:sym typeface="Calibri"/>
            </a:endParaRPr>
          </a:p>
          <a:p>
            <a:pPr marL="0" marR="0" lvl="0" indent="0" algn="l" rtl="0">
              <a:lnSpc>
                <a:spcPct val="100000"/>
              </a:lnSpc>
              <a:spcBef>
                <a:spcPts val="100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Security services: </a:t>
            </a:r>
            <a:r>
              <a:rPr lang="en-US" sz="2000" b="0" i="0" u="none">
                <a:solidFill>
                  <a:schemeClr val="dk1"/>
                </a:solidFill>
                <a:latin typeface="Calibri"/>
                <a:ea typeface="Calibri"/>
                <a:cs typeface="Calibri"/>
                <a:sym typeface="Calibri"/>
              </a:rPr>
              <a:t>Services for secure processing and communication:</a:t>
            </a:r>
            <a:endParaRPr/>
          </a:p>
          <a:p>
            <a:pPr marL="457200" marR="0" lvl="1" indent="-1270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 Authentication and authorization services</a:t>
            </a:r>
            <a:endParaRPr/>
          </a:p>
          <a:p>
            <a:pPr marL="457200" marR="0" lvl="1" indent="-1270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 Simple encryption services</a:t>
            </a:r>
            <a:endParaRPr/>
          </a:p>
          <a:p>
            <a:pPr marL="457200" marR="0" lvl="1" indent="-127000" algn="l" rtl="0">
              <a:lnSpc>
                <a:spcPct val="100000"/>
              </a:lnSpc>
              <a:spcBef>
                <a:spcPts val="10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 Auditing service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37"/>
          <p:cNvSpPr txBox="1"/>
          <p:nvPr/>
        </p:nvSpPr>
        <p:spPr>
          <a:xfrm>
            <a:off x="1143000" y="152400"/>
            <a:ext cx="7543800" cy="584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Comparison of DOS, NOS, and Middleware</a:t>
            </a:r>
            <a:endParaRPr/>
          </a:p>
        </p:txBody>
      </p:sp>
      <p:sp>
        <p:nvSpPr>
          <p:cNvPr id="351" name="Google Shape;351;p37"/>
          <p:cNvSpPr txBox="1"/>
          <p:nvPr/>
        </p:nvSpPr>
        <p:spPr>
          <a:xfrm>
            <a:off x="609600" y="762000"/>
            <a:ext cx="7086600" cy="22256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Calibri"/>
              <a:buNone/>
            </a:pPr>
            <a:r>
              <a:rPr lang="en-US" sz="2000" b="0" i="0" u="none">
                <a:solidFill>
                  <a:schemeClr val="dk1"/>
                </a:solidFill>
                <a:latin typeface="Calibri"/>
                <a:ea typeface="Calibri"/>
                <a:cs typeface="Calibri"/>
                <a:sym typeface="Calibri"/>
              </a:rPr>
              <a:t>1: Degree of transparency</a:t>
            </a:r>
            <a:br>
              <a:rPr lang="en-US" sz="2000" b="0" i="0" u="none">
                <a:solidFill>
                  <a:schemeClr val="dk1"/>
                </a:solidFill>
                <a:latin typeface="Calibri"/>
                <a:ea typeface="Calibri"/>
                <a:cs typeface="Calibri"/>
                <a:sym typeface="Calibri"/>
              </a:rPr>
            </a:br>
            <a:r>
              <a:rPr lang="en-US" sz="2000" b="0" i="0" u="none">
                <a:solidFill>
                  <a:schemeClr val="dk1"/>
                </a:solidFill>
                <a:latin typeface="Calibri"/>
                <a:ea typeface="Calibri"/>
                <a:cs typeface="Calibri"/>
                <a:sym typeface="Calibri"/>
              </a:rPr>
              <a:t>2: Same operating system on each node?</a:t>
            </a:r>
            <a:br>
              <a:rPr lang="en-US" sz="2000" b="0" i="0" u="none">
                <a:solidFill>
                  <a:schemeClr val="dk1"/>
                </a:solidFill>
                <a:latin typeface="Calibri"/>
                <a:ea typeface="Calibri"/>
                <a:cs typeface="Calibri"/>
                <a:sym typeface="Calibri"/>
              </a:rPr>
            </a:br>
            <a:r>
              <a:rPr lang="en-US" sz="2000" b="0" i="0" u="none">
                <a:solidFill>
                  <a:schemeClr val="dk1"/>
                </a:solidFill>
                <a:latin typeface="Calibri"/>
                <a:ea typeface="Calibri"/>
                <a:cs typeface="Calibri"/>
                <a:sym typeface="Calibri"/>
              </a:rPr>
              <a:t>3: Number of copies of the operating system</a:t>
            </a:r>
            <a:br>
              <a:rPr lang="en-US" sz="2000" b="0" i="0" u="none">
                <a:solidFill>
                  <a:schemeClr val="dk1"/>
                </a:solidFill>
                <a:latin typeface="Calibri"/>
                <a:ea typeface="Calibri"/>
                <a:cs typeface="Calibri"/>
                <a:sym typeface="Calibri"/>
              </a:rPr>
            </a:br>
            <a:r>
              <a:rPr lang="en-US" sz="2000" b="0" i="0" u="none">
                <a:solidFill>
                  <a:schemeClr val="dk1"/>
                </a:solidFill>
                <a:latin typeface="Calibri"/>
                <a:ea typeface="Calibri"/>
                <a:cs typeface="Calibri"/>
                <a:sym typeface="Calibri"/>
              </a:rPr>
              <a:t>4: Basis for communication</a:t>
            </a:r>
            <a:br>
              <a:rPr lang="en-US" sz="2000" b="0" i="0" u="none">
                <a:solidFill>
                  <a:schemeClr val="dk1"/>
                </a:solidFill>
                <a:latin typeface="Calibri"/>
                <a:ea typeface="Calibri"/>
                <a:cs typeface="Calibri"/>
                <a:sym typeface="Calibri"/>
              </a:rPr>
            </a:br>
            <a:r>
              <a:rPr lang="en-US" sz="2000" b="0" i="0" u="none">
                <a:solidFill>
                  <a:schemeClr val="dk1"/>
                </a:solidFill>
                <a:latin typeface="Calibri"/>
                <a:ea typeface="Calibri"/>
                <a:cs typeface="Calibri"/>
                <a:sym typeface="Calibri"/>
              </a:rPr>
              <a:t>5: How are resources managed?</a:t>
            </a:r>
            <a:br>
              <a:rPr lang="en-US" sz="2000" b="0" i="0" u="none">
                <a:solidFill>
                  <a:schemeClr val="dk1"/>
                </a:solidFill>
                <a:latin typeface="Calibri"/>
                <a:ea typeface="Calibri"/>
                <a:cs typeface="Calibri"/>
                <a:sym typeface="Calibri"/>
              </a:rPr>
            </a:br>
            <a:r>
              <a:rPr lang="en-US" sz="2000" b="0" i="0" u="none">
                <a:solidFill>
                  <a:schemeClr val="dk1"/>
                </a:solidFill>
                <a:latin typeface="Calibri"/>
                <a:ea typeface="Calibri"/>
                <a:cs typeface="Calibri"/>
                <a:sym typeface="Calibri"/>
              </a:rPr>
              <a:t>6: Is the system easy to scale?</a:t>
            </a:r>
            <a:br>
              <a:rPr lang="en-US" sz="2000" b="0" i="0" u="none">
                <a:solidFill>
                  <a:schemeClr val="dk1"/>
                </a:solidFill>
                <a:latin typeface="Calibri"/>
                <a:ea typeface="Calibri"/>
                <a:cs typeface="Calibri"/>
                <a:sym typeface="Calibri"/>
              </a:rPr>
            </a:br>
            <a:r>
              <a:rPr lang="en-US" sz="2000" b="0" i="0" u="none">
                <a:solidFill>
                  <a:schemeClr val="dk1"/>
                </a:solidFill>
                <a:latin typeface="Calibri"/>
                <a:ea typeface="Calibri"/>
                <a:cs typeface="Calibri"/>
                <a:sym typeface="Calibri"/>
              </a:rPr>
              <a:t>7: How open is the system?</a:t>
            </a:r>
            <a:endParaRPr/>
          </a:p>
        </p:txBody>
      </p:sp>
      <p:pic>
        <p:nvPicPr>
          <p:cNvPr id="352" name="Google Shape;352;p37"/>
          <p:cNvPicPr preferRelativeResize="0"/>
          <p:nvPr/>
        </p:nvPicPr>
        <p:blipFill rotWithShape="1">
          <a:blip r:embed="rId3">
            <a:alphaModFix/>
          </a:blip>
          <a:srcRect/>
          <a:stretch/>
        </p:blipFill>
        <p:spPr>
          <a:xfrm>
            <a:off x="838200" y="3048000"/>
            <a:ext cx="7410450" cy="32004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38"/>
          <p:cNvSpPr txBox="1">
            <a:spLocks noGrp="1"/>
          </p:cNvSpPr>
          <p:nvPr>
            <p:ph type="title"/>
          </p:nvPr>
        </p:nvSpPr>
        <p:spPr>
          <a:xfrm>
            <a:off x="685800" y="304800"/>
            <a:ext cx="8162925" cy="64135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Distributed Systems</a:t>
            </a:r>
            <a:endParaRPr/>
          </a:p>
        </p:txBody>
      </p:sp>
      <p:graphicFrame>
        <p:nvGraphicFramePr>
          <p:cNvPr id="358" name="Google Shape;358;p38"/>
          <p:cNvGraphicFramePr/>
          <p:nvPr/>
        </p:nvGraphicFramePr>
        <p:xfrm>
          <a:off x="892175" y="1295400"/>
          <a:ext cx="6891337" cy="4343400"/>
        </p:xfrm>
        <a:graphic>
          <a:graphicData uri="http://schemas.openxmlformats.org/presentationml/2006/ole">
            <mc:AlternateContent xmlns:mc="http://schemas.openxmlformats.org/markup-compatibility/2006">
              <mc:Choice xmlns:v="urn:schemas-microsoft-com:vml" Requires="v">
                <p:oleObj spid="_x0000_s1031" r:id="rId4" imgW="6891337" imgH="4343400" progId="SmartDraw.2">
                  <p:embed/>
                </p:oleObj>
              </mc:Choice>
              <mc:Fallback>
                <p:oleObj r:id="rId4" imgW="6891337" imgH="4343400" progId="SmartDraw.2">
                  <p:embed/>
                  <p:pic>
                    <p:nvPicPr>
                      <p:cNvPr id="358" name="Google Shape;358;p38"/>
                      <p:cNvPicPr preferRelativeResize="0"/>
                      <p:nvPr>
                        <p:ph type="body" idx="1"/>
                      </p:nvPr>
                    </p:nvPicPr>
                    <p:blipFill rotWithShape="1">
                      <a:blip r:embed="rId5">
                        <a:alphaModFix/>
                      </a:blip>
                      <a:srcRect/>
                      <a:stretch/>
                    </p:blipFill>
                    <p:spPr>
                      <a:xfrm>
                        <a:off x="892175" y="1295400"/>
                        <a:ext cx="6891337" cy="4343400"/>
                      </a:xfrm>
                      <a:prstGeom prst="rect">
                        <a:avLst/>
                      </a:prstGeom>
                      <a:noFill/>
                      <a:ln>
                        <a:noFill/>
                      </a:ln>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title"/>
          </p:nvPr>
        </p:nvSpPr>
        <p:spPr>
          <a:xfrm>
            <a:off x="457200" y="274637"/>
            <a:ext cx="8229600" cy="7921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Why Distributed?</a:t>
            </a:r>
            <a:endParaRPr/>
          </a:p>
        </p:txBody>
      </p:sp>
      <p:sp>
        <p:nvSpPr>
          <p:cNvPr id="364" name="Google Shape;364;p39"/>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90000"/>
              </a:lnSpc>
              <a:spcBef>
                <a:spcPts val="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Resource and Data Sharing</a:t>
            </a:r>
            <a:endParaRPr/>
          </a:p>
          <a:p>
            <a:pPr marL="742950" marR="0" lvl="1" indent="-285750" algn="l" rtl="0">
              <a:lnSpc>
                <a:spcPct val="90000"/>
              </a:lnSpc>
              <a:spcBef>
                <a:spcPts val="4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Printers, databases, multimedia servers etc.</a:t>
            </a:r>
            <a:endParaRPr/>
          </a:p>
          <a:p>
            <a:pPr marL="342900" marR="0" lvl="0" indent="-342900" algn="l" rtl="0">
              <a:lnSpc>
                <a:spcPct val="9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Availability, Reliability</a:t>
            </a:r>
            <a:endParaRPr/>
          </a:p>
          <a:p>
            <a:pPr marL="742950" marR="0" lvl="1" indent="-285750" algn="l" rtl="0">
              <a:lnSpc>
                <a:spcPct val="90000"/>
              </a:lnSpc>
              <a:spcBef>
                <a:spcPts val="4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The loss of some instances can be hidden</a:t>
            </a:r>
            <a:endParaRPr/>
          </a:p>
          <a:p>
            <a:pPr marL="342900" marR="0" lvl="0" indent="-342900" algn="l" rtl="0">
              <a:lnSpc>
                <a:spcPct val="9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Scalability, Extensibility</a:t>
            </a:r>
            <a:endParaRPr/>
          </a:p>
          <a:p>
            <a:pPr marL="742950" marR="0" lvl="1" indent="-285750" algn="l" rtl="0">
              <a:lnSpc>
                <a:spcPct val="90000"/>
              </a:lnSpc>
              <a:spcBef>
                <a:spcPts val="4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System grows with demands (e.g. extra servers)</a:t>
            </a:r>
            <a:endParaRPr/>
          </a:p>
          <a:p>
            <a:pPr marL="342900" marR="0" lvl="0" indent="-342900" algn="l" rtl="0">
              <a:lnSpc>
                <a:spcPct val="9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Performance</a:t>
            </a:r>
            <a:endParaRPr/>
          </a:p>
          <a:p>
            <a:pPr marL="742950" marR="0" lvl="1" indent="-285750" algn="l" rtl="0">
              <a:lnSpc>
                <a:spcPct val="90000"/>
              </a:lnSpc>
              <a:spcBef>
                <a:spcPts val="4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Huge power (CPU, memory etc.) available</a:t>
            </a:r>
            <a:endParaRPr/>
          </a:p>
          <a:p>
            <a:pPr marL="742950" marR="0" lvl="1" indent="-285750" algn="l" rtl="0">
              <a:lnSpc>
                <a:spcPct val="90000"/>
              </a:lnSpc>
              <a:spcBef>
                <a:spcPts val="4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Horizontal distribution (same logical level is distr.)</a:t>
            </a:r>
            <a:endParaRPr/>
          </a:p>
          <a:p>
            <a:pPr marL="342900" marR="0" lvl="0" indent="-342900" algn="l" rtl="0">
              <a:lnSpc>
                <a:spcPct val="9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Inherent distribution, communication</a:t>
            </a:r>
            <a:endParaRPr/>
          </a:p>
          <a:p>
            <a:pPr marL="742950" marR="0" lvl="1" indent="-285750" algn="l" rtl="0">
              <a:lnSpc>
                <a:spcPct val="90000"/>
              </a:lnSpc>
              <a:spcBef>
                <a:spcPts val="4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Organizational distribution, e-mail, video conference</a:t>
            </a:r>
            <a:endParaRPr/>
          </a:p>
          <a:p>
            <a:pPr marL="742950" marR="0" lvl="1" indent="-285750" algn="l" rtl="0">
              <a:lnSpc>
                <a:spcPct val="90000"/>
              </a:lnSpc>
              <a:spcBef>
                <a:spcPts val="4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Vertical distribution (corresponding to org. struct.)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40"/>
          <p:cNvSpPr txBox="1">
            <a:spLocks noGrp="1"/>
          </p:cNvSpPr>
          <p:nvPr>
            <p:ph type="title"/>
          </p:nvPr>
        </p:nvSpPr>
        <p:spPr>
          <a:xfrm>
            <a:off x="457200" y="274637"/>
            <a:ext cx="8229600" cy="7921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Problems of Distribution</a:t>
            </a:r>
            <a:endParaRPr/>
          </a:p>
        </p:txBody>
      </p:sp>
      <p:sp>
        <p:nvSpPr>
          <p:cNvPr id="370" name="Google Shape;370;p40"/>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Concurrency, Security</a:t>
            </a:r>
            <a:endParaRPr/>
          </a:p>
          <a:p>
            <a:pPr marL="742950" marR="0" lvl="1" indent="-28575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Clients must not disturb each other</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Partial failure</a:t>
            </a:r>
            <a:endParaRPr/>
          </a:p>
          <a:p>
            <a:pPr marL="742950" marR="0" lvl="1" indent="-28575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We often do not know, where is the error (e.g. RPC)</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Location, Migration, Replication</a:t>
            </a:r>
            <a:endParaRPr/>
          </a:p>
          <a:p>
            <a:pPr marL="742950" marR="0" lvl="1" indent="-28575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Clients must be able to find their servers</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Heterogeneity</a:t>
            </a:r>
            <a:endParaRPr/>
          </a:p>
          <a:p>
            <a:pPr marL="742950" marR="0" lvl="1" indent="-28575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Hardware, platforms, languages, management</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Convergence</a:t>
            </a:r>
            <a:endParaRPr/>
          </a:p>
          <a:p>
            <a:pPr marL="742950" marR="0" lvl="1" indent="-28575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Between distributed systems and telecommunication</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41"/>
          <p:cNvSpPr txBox="1">
            <a:spLocks noGrp="1"/>
          </p:cNvSpPr>
          <p:nvPr>
            <p:ph type="title"/>
          </p:nvPr>
        </p:nvSpPr>
        <p:spPr>
          <a:xfrm>
            <a:off x="609600" y="457200"/>
            <a:ext cx="8162925" cy="457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The Advantages Of Distributed Systems</a:t>
            </a:r>
            <a:endParaRPr/>
          </a:p>
        </p:txBody>
      </p:sp>
      <p:sp>
        <p:nvSpPr>
          <p:cNvPr id="376" name="Google Shape;376;p41"/>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rmAutofit/>
          </a:bodyPr>
          <a:lstStyle/>
          <a:p>
            <a:pPr marL="573087" marR="0" lvl="0" indent="-573087" algn="l" rtl="0">
              <a:lnSpc>
                <a:spcPct val="100000"/>
              </a:lnSpc>
              <a:spcBef>
                <a:spcPts val="0"/>
              </a:spcBef>
              <a:spcAft>
                <a:spcPts val="0"/>
              </a:spcAft>
              <a:buClr>
                <a:schemeClr val="dk1"/>
              </a:buClr>
              <a:buSzPts val="2000"/>
              <a:buFont typeface="Noto Sans Symbols"/>
              <a:buChar char="⮚"/>
            </a:pPr>
            <a:r>
              <a:rPr lang="en-US" sz="2000" b="1" i="0" u="none">
                <a:solidFill>
                  <a:schemeClr val="dk1"/>
                </a:solidFill>
                <a:latin typeface="Calibri"/>
                <a:ea typeface="Calibri"/>
                <a:cs typeface="Calibri"/>
                <a:sym typeface="Calibri"/>
              </a:rPr>
              <a:t> Economics:</a:t>
            </a:r>
            <a:endParaRPr sz="2000" b="0" i="0" u="none">
              <a:solidFill>
                <a:schemeClr val="dk1"/>
              </a:solidFill>
              <a:latin typeface="Calibri"/>
              <a:ea typeface="Calibri"/>
              <a:cs typeface="Calibri"/>
              <a:sym typeface="Calibri"/>
            </a:endParaRPr>
          </a:p>
          <a:p>
            <a:pPr marL="573087" marR="0" lvl="0" indent="-573087" algn="l" rtl="0">
              <a:lnSpc>
                <a:spcPct val="80000"/>
              </a:lnSpc>
              <a:spcBef>
                <a:spcPts val="400"/>
              </a:spcBef>
              <a:spcAft>
                <a:spcPts val="0"/>
              </a:spcAft>
              <a:buClr>
                <a:schemeClr val="dk1"/>
              </a:buClr>
              <a:buSzPts val="2000"/>
              <a:buFont typeface="Noto Sans Symbols"/>
              <a:buChar char="⮚"/>
            </a:pPr>
            <a:r>
              <a:rPr lang="en-US" sz="2000" b="1" i="0" u="none">
                <a:solidFill>
                  <a:schemeClr val="dk1"/>
                </a:solidFill>
                <a:latin typeface="Calibri"/>
                <a:ea typeface="Calibri"/>
                <a:cs typeface="Calibri"/>
                <a:sym typeface="Calibri"/>
              </a:rPr>
              <a:t>Performance:</a:t>
            </a:r>
            <a:r>
              <a:rPr lang="en-US" sz="2000" b="0" i="0" u="none">
                <a:solidFill>
                  <a:schemeClr val="dk1"/>
                </a:solidFill>
                <a:latin typeface="Calibri"/>
                <a:ea typeface="Calibri"/>
                <a:cs typeface="Calibri"/>
                <a:sym typeface="Calibri"/>
              </a:rPr>
              <a:t> By using the combined processing and storage capacity of many nodes, performance levels can be reached that is out of the scope of centralized machines.</a:t>
            </a:r>
            <a:endParaRPr/>
          </a:p>
          <a:p>
            <a:pPr marL="573087" marR="0" lvl="0" indent="-573087" algn="l" rtl="0">
              <a:lnSpc>
                <a:spcPct val="80000"/>
              </a:lnSpc>
              <a:spcBef>
                <a:spcPts val="400"/>
              </a:spcBef>
              <a:spcAft>
                <a:spcPts val="0"/>
              </a:spcAft>
              <a:buClr>
                <a:schemeClr val="dk1"/>
              </a:buClr>
              <a:buSzPts val="2000"/>
              <a:buFont typeface="Noto Sans Symbols"/>
              <a:buChar char="⮚"/>
            </a:pPr>
            <a:r>
              <a:rPr lang="en-US" sz="2000" b="1" i="0" u="none">
                <a:solidFill>
                  <a:schemeClr val="dk1"/>
                </a:solidFill>
                <a:latin typeface="Calibri"/>
                <a:ea typeface="Calibri"/>
                <a:cs typeface="Calibri"/>
                <a:sym typeface="Calibri"/>
              </a:rPr>
              <a:t>Scalability:</a:t>
            </a:r>
            <a:r>
              <a:rPr lang="en-US" sz="2000" b="0" i="0" u="none">
                <a:solidFill>
                  <a:schemeClr val="dk1"/>
                </a:solidFill>
                <a:latin typeface="Calibri"/>
                <a:ea typeface="Calibri"/>
                <a:cs typeface="Calibri"/>
                <a:sym typeface="Calibri"/>
              </a:rPr>
              <a:t> Resources such as processing and storage capacity can be increased   incrementally.</a:t>
            </a:r>
            <a:endParaRPr/>
          </a:p>
          <a:p>
            <a:pPr marL="573087" marR="0" lvl="0" indent="-573087" algn="l" rtl="0">
              <a:lnSpc>
                <a:spcPct val="80000"/>
              </a:lnSpc>
              <a:spcBef>
                <a:spcPts val="400"/>
              </a:spcBef>
              <a:spcAft>
                <a:spcPts val="0"/>
              </a:spcAft>
              <a:buClr>
                <a:schemeClr val="dk1"/>
              </a:buClr>
              <a:buSzPts val="2000"/>
              <a:buFont typeface="Noto Sans Symbols"/>
              <a:buChar char="⮚"/>
            </a:pPr>
            <a:r>
              <a:rPr lang="en-US" sz="2000" b="1" i="0" u="none">
                <a:solidFill>
                  <a:schemeClr val="dk1"/>
                </a:solidFill>
                <a:latin typeface="Calibri"/>
                <a:ea typeface="Calibri"/>
                <a:cs typeface="Calibri"/>
                <a:sym typeface="Calibri"/>
              </a:rPr>
              <a:t>Inherent distribution:</a:t>
            </a:r>
            <a:r>
              <a:rPr lang="en-US" sz="2000" b="0" i="0" u="none">
                <a:solidFill>
                  <a:schemeClr val="dk1"/>
                </a:solidFill>
                <a:latin typeface="Calibri"/>
                <a:ea typeface="Calibri"/>
                <a:cs typeface="Calibri"/>
                <a:sym typeface="Calibri"/>
              </a:rPr>
              <a:t> Some applications, such as email and the Web (where users are spread out over the whole world), are naturally distributed. This includes cases where users are geographically dispersed as well as when single resources (e.g., printers, data) need to be shared.</a:t>
            </a:r>
            <a:endParaRPr/>
          </a:p>
          <a:p>
            <a:pPr marL="573087" marR="0" lvl="0" indent="-573087" algn="l" rtl="0">
              <a:lnSpc>
                <a:spcPct val="80000"/>
              </a:lnSpc>
              <a:spcBef>
                <a:spcPts val="400"/>
              </a:spcBef>
              <a:spcAft>
                <a:spcPts val="0"/>
              </a:spcAft>
              <a:buClr>
                <a:schemeClr val="dk1"/>
              </a:buClr>
              <a:buSzPts val="2000"/>
              <a:buFont typeface="Noto Sans Symbols"/>
              <a:buChar char="⮚"/>
            </a:pPr>
            <a:r>
              <a:rPr lang="en-US" sz="2000" b="1" i="0" u="none">
                <a:solidFill>
                  <a:schemeClr val="dk1"/>
                </a:solidFill>
                <a:latin typeface="Calibri"/>
                <a:ea typeface="Calibri"/>
                <a:cs typeface="Calibri"/>
                <a:sym typeface="Calibri"/>
              </a:rPr>
              <a:t>Reliability:</a:t>
            </a:r>
            <a:r>
              <a:rPr lang="en-US" sz="2000" b="0" i="0" u="none">
                <a:solidFill>
                  <a:schemeClr val="dk1"/>
                </a:solidFill>
                <a:latin typeface="Calibri"/>
                <a:ea typeface="Calibri"/>
                <a:cs typeface="Calibri"/>
                <a:sym typeface="Calibri"/>
              </a:rPr>
              <a:t> By having redundant components, the impact of hardware and software faults on users can be reduced.</a:t>
            </a:r>
            <a:endParaRPr/>
          </a:p>
          <a:p>
            <a:pPr marL="573087" marR="0" lvl="0" indent="-573087" algn="l" rtl="0">
              <a:lnSpc>
                <a:spcPct val="80000"/>
              </a:lnSpc>
              <a:spcBef>
                <a:spcPts val="400"/>
              </a:spcBef>
              <a:spcAft>
                <a:spcPts val="0"/>
              </a:spcAft>
              <a:buClr>
                <a:srgbClr val="800000"/>
              </a:buClr>
              <a:buSzPts val="2000"/>
              <a:buFont typeface="Noto Sans Symbols"/>
              <a:buChar char="⮚"/>
            </a:pPr>
            <a:r>
              <a:rPr lang="en-US" sz="2000" b="0" i="0" u="none">
                <a:solidFill>
                  <a:schemeClr val="dk1"/>
                </a:solidFill>
                <a:latin typeface="Calibri"/>
                <a:ea typeface="Calibri"/>
                <a:cs typeface="Calibri"/>
                <a:sym typeface="Calibri"/>
              </a:rPr>
              <a:t>Better </a:t>
            </a:r>
            <a:r>
              <a:rPr lang="en-US" sz="2000" b="1" i="0" u="none">
                <a:solidFill>
                  <a:schemeClr val="dk1"/>
                </a:solidFill>
                <a:latin typeface="Calibri"/>
                <a:ea typeface="Calibri"/>
                <a:cs typeface="Calibri"/>
                <a:sym typeface="Calibri"/>
              </a:rPr>
              <a:t>flexibility</a:t>
            </a:r>
            <a:r>
              <a:rPr lang="en-US" sz="2000" b="0" i="0" u="none">
                <a:solidFill>
                  <a:schemeClr val="dk1"/>
                </a:solidFill>
                <a:latin typeface="Calibri"/>
                <a:ea typeface="Calibri"/>
                <a:cs typeface="Calibri"/>
                <a:sym typeface="Calibri"/>
              </a:rPr>
              <a:t> in meeting users’ needs.</a:t>
            </a:r>
            <a:endParaRPr/>
          </a:p>
          <a:p>
            <a:pPr marL="342900" marR="0" lvl="0" indent="-215900" algn="l" rtl="0">
              <a:spcBef>
                <a:spcPts val="400"/>
              </a:spcBef>
              <a:spcAft>
                <a:spcPts val="0"/>
              </a:spcAft>
              <a:buClr>
                <a:schemeClr val="dk1"/>
              </a:buClr>
              <a:buSzPts val="2000"/>
              <a:buFont typeface="Arial"/>
              <a:buNone/>
            </a:pPr>
            <a:endParaRPr sz="2000" b="0" i="0" u="non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42"/>
          <p:cNvSpPr txBox="1">
            <a:spLocks noGrp="1"/>
          </p:cNvSpPr>
          <p:nvPr>
            <p:ph type="title"/>
          </p:nvPr>
        </p:nvSpPr>
        <p:spPr>
          <a:xfrm>
            <a:off x="609600" y="381000"/>
            <a:ext cx="8162925" cy="64135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The Disadvantages Of Distributed Systems</a:t>
            </a:r>
            <a:endParaRPr/>
          </a:p>
        </p:txBody>
      </p:sp>
      <p:sp>
        <p:nvSpPr>
          <p:cNvPr id="382" name="Google Shape;382;p42"/>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chemeClr val="dk1"/>
              </a:buClr>
              <a:buSzPts val="2800"/>
              <a:buFont typeface="Noto Sans Symbols"/>
              <a:buChar char="⮚"/>
            </a:pPr>
            <a:r>
              <a:rPr lang="en-US" sz="2800" b="1" i="0" u="none">
                <a:solidFill>
                  <a:schemeClr val="dk1"/>
                </a:solidFill>
                <a:latin typeface="Calibri"/>
                <a:ea typeface="Calibri"/>
                <a:cs typeface="Calibri"/>
                <a:sym typeface="Calibri"/>
              </a:rPr>
              <a:t>Multiple Points of Failures: </a:t>
            </a:r>
            <a:r>
              <a:rPr lang="en-US" sz="2800" b="0" i="0" u="none">
                <a:solidFill>
                  <a:schemeClr val="dk1"/>
                </a:solidFill>
                <a:latin typeface="Calibri"/>
                <a:ea typeface="Calibri"/>
                <a:cs typeface="Calibri"/>
                <a:sym typeface="Calibri"/>
              </a:rPr>
              <a:t>the failure of one or more participating computers, or one or more network links, can bring trouble.</a:t>
            </a:r>
            <a:endParaRPr/>
          </a:p>
          <a:p>
            <a:pPr marL="342900" marR="0" lvl="0" indent="-342900" algn="l" rtl="0">
              <a:lnSpc>
                <a:spcPct val="90000"/>
              </a:lnSpc>
              <a:spcBef>
                <a:spcPts val="560"/>
              </a:spcBef>
              <a:spcAft>
                <a:spcPts val="0"/>
              </a:spcAft>
              <a:buClr>
                <a:schemeClr val="dk1"/>
              </a:buClr>
              <a:buSzPts val="2800"/>
              <a:buFont typeface="Noto Sans Symbols"/>
              <a:buChar char="⮚"/>
            </a:pPr>
            <a:r>
              <a:rPr lang="en-US" sz="2800" b="1" i="0" u="none">
                <a:solidFill>
                  <a:schemeClr val="dk1"/>
                </a:solidFill>
                <a:latin typeface="Calibri"/>
                <a:ea typeface="Calibri"/>
                <a:cs typeface="Calibri"/>
                <a:sym typeface="Calibri"/>
              </a:rPr>
              <a:t>Security Concerns</a:t>
            </a:r>
            <a:r>
              <a:rPr lang="en-US" sz="2800" b="0" i="0" u="none">
                <a:solidFill>
                  <a:schemeClr val="dk1"/>
                </a:solidFill>
                <a:latin typeface="Calibri"/>
                <a:ea typeface="Calibri"/>
                <a:cs typeface="Calibri"/>
                <a:sym typeface="Calibri"/>
              </a:rPr>
              <a:t>: In a distributed system, there are more opportunities for unauthorized attack. </a:t>
            </a:r>
            <a:endParaRPr/>
          </a:p>
          <a:p>
            <a:pPr marL="342900" marR="0" lvl="0" indent="-342900" algn="l" rtl="0">
              <a:lnSpc>
                <a:spcPct val="90000"/>
              </a:lnSpc>
              <a:spcBef>
                <a:spcPts val="560"/>
              </a:spcBef>
              <a:spcAft>
                <a:spcPts val="0"/>
              </a:spcAft>
              <a:buClr>
                <a:schemeClr val="dk1"/>
              </a:buClr>
              <a:buSzPts val="2800"/>
              <a:buFont typeface="Noto Sans Symbols"/>
              <a:buChar char="⮚"/>
            </a:pPr>
            <a:r>
              <a:rPr lang="en-US" sz="2800" b="1" i="0" u="none">
                <a:solidFill>
                  <a:schemeClr val="dk1"/>
                </a:solidFill>
                <a:latin typeface="Calibri"/>
                <a:ea typeface="Calibri"/>
                <a:cs typeface="Calibri"/>
                <a:sym typeface="Calibri"/>
              </a:rPr>
              <a:t>Software complexity:</a:t>
            </a:r>
            <a:r>
              <a:rPr lang="en-US" sz="2800" b="0" i="0" u="none">
                <a:solidFill>
                  <a:schemeClr val="dk1"/>
                </a:solidFill>
                <a:latin typeface="Calibri"/>
                <a:ea typeface="Calibri"/>
                <a:cs typeface="Calibri"/>
                <a:sym typeface="Calibri"/>
              </a:rPr>
              <a:t> Distributed software is more complex and harder to develop than conventional software.</a:t>
            </a:r>
            <a:endParaRPr/>
          </a:p>
          <a:p>
            <a:pPr marL="342900" marR="0" lvl="0" indent="-165100" algn="l" rtl="0">
              <a:lnSpc>
                <a:spcPct val="90000"/>
              </a:lnSpc>
              <a:spcBef>
                <a:spcPts val="560"/>
              </a:spcBef>
              <a:spcAft>
                <a:spcPts val="0"/>
              </a:spcAft>
              <a:buClr>
                <a:schemeClr val="dk1"/>
              </a:buClr>
              <a:buSzPts val="2800"/>
              <a:buFont typeface="Noto Sans Symbols"/>
              <a:buNone/>
            </a:pPr>
            <a:endParaRPr sz="2800" b="0" i="0" u="none">
              <a:solidFill>
                <a:schemeClr val="dk1"/>
              </a:solidFill>
              <a:latin typeface="Calibri"/>
              <a:ea typeface="Calibri"/>
              <a:cs typeface="Calibri"/>
              <a:sym typeface="Calibri"/>
            </a:endParaRPr>
          </a:p>
          <a:p>
            <a:pPr marL="342900" marR="0" lvl="0" indent="-342900" algn="ctr" rtl="0">
              <a:lnSpc>
                <a:spcPct val="90000"/>
              </a:lnSpc>
              <a:spcBef>
                <a:spcPts val="560"/>
              </a:spcBef>
              <a:spcAft>
                <a:spcPts val="0"/>
              </a:spcAft>
              <a:buClr>
                <a:schemeClr val="dk1"/>
              </a:buClr>
              <a:buSzPts val="2800"/>
              <a:buFont typeface="Arial"/>
              <a:buNone/>
            </a:pPr>
            <a:r>
              <a:rPr lang="en-US" sz="2800" b="1" i="0" u="none">
                <a:solidFill>
                  <a:schemeClr val="dk1"/>
                </a:solidFill>
                <a:latin typeface="Calibri"/>
                <a:ea typeface="Calibri"/>
                <a:cs typeface="Calibri"/>
                <a:sym typeface="Calibri"/>
              </a:rPr>
              <a:t>Distributed systems are hard to build and understand.</a:t>
            </a:r>
            <a:endParaRPr/>
          </a:p>
          <a:p>
            <a:pPr marL="342900" marR="0" lvl="0" indent="-165100" algn="l" rtl="0">
              <a:spcBef>
                <a:spcPts val="560"/>
              </a:spcBef>
              <a:spcAft>
                <a:spcPts val="0"/>
              </a:spcAft>
              <a:buClr>
                <a:schemeClr val="dk1"/>
              </a:buClr>
              <a:buSzPts val="2800"/>
              <a:buFont typeface="Arial"/>
              <a:buNone/>
            </a:pPr>
            <a:endParaRPr sz="2800" b="1" i="0" u="non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43"/>
          <p:cNvSpPr txBox="1">
            <a:spLocks noGrp="1"/>
          </p:cNvSpPr>
          <p:nvPr>
            <p:ph type="title"/>
          </p:nvPr>
        </p:nvSpPr>
        <p:spPr>
          <a:xfrm>
            <a:off x="609600" y="76200"/>
            <a:ext cx="8162925" cy="94615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Basic Problems And Challenges In Distributed Systems</a:t>
            </a:r>
            <a:endParaRPr/>
          </a:p>
        </p:txBody>
      </p:sp>
      <p:sp>
        <p:nvSpPr>
          <p:cNvPr id="388" name="Google Shape;388;p43"/>
          <p:cNvSpPr txBox="1">
            <a:spLocks noGrp="1"/>
          </p:cNvSpPr>
          <p:nvPr>
            <p:ph type="body" idx="1"/>
          </p:nvPr>
        </p:nvSpPr>
        <p:spPr>
          <a:xfrm>
            <a:off x="609600" y="1295400"/>
            <a:ext cx="3978275" cy="4876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2800"/>
              <a:buNone/>
            </a:pPr>
            <a:endParaRPr sz="2800" b="0" i="0" u="none">
              <a:solidFill>
                <a:schemeClr val="dk1"/>
              </a:solidFill>
              <a:latin typeface="Calibri"/>
              <a:ea typeface="Calibri"/>
              <a:cs typeface="Calibri"/>
              <a:sym typeface="Calibri"/>
            </a:endParaRPr>
          </a:p>
          <a:p>
            <a:pPr marL="342900" lvl="0" indent="-165100" algn="l" rtl="0">
              <a:spcBef>
                <a:spcPts val="560"/>
              </a:spcBef>
              <a:spcAft>
                <a:spcPts val="0"/>
              </a:spcAft>
              <a:buClr>
                <a:schemeClr val="dk1"/>
              </a:buClr>
              <a:buSzPts val="2800"/>
              <a:buNone/>
            </a:pPr>
            <a:endParaRPr sz="2800" b="0" i="0" u="none">
              <a:solidFill>
                <a:schemeClr val="dk1"/>
              </a:solidFill>
              <a:latin typeface="Calibri"/>
              <a:ea typeface="Calibri"/>
              <a:cs typeface="Calibri"/>
              <a:sym typeface="Calibri"/>
            </a:endParaRPr>
          </a:p>
        </p:txBody>
      </p:sp>
      <p:sp>
        <p:nvSpPr>
          <p:cNvPr id="389" name="Google Shape;389;p43"/>
          <p:cNvSpPr txBox="1">
            <a:spLocks noGrp="1"/>
          </p:cNvSpPr>
          <p:nvPr>
            <p:ph type="body" idx="1"/>
          </p:nvPr>
        </p:nvSpPr>
        <p:spPr>
          <a:xfrm>
            <a:off x="685800" y="1295400"/>
            <a:ext cx="8034337" cy="4114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400"/>
              <a:buFont typeface="Arial"/>
              <a:buNone/>
            </a:pPr>
            <a:r>
              <a:rPr lang="en-US" sz="2400" b="0" i="0" u="none">
                <a:solidFill>
                  <a:schemeClr val="dk1"/>
                </a:solidFill>
                <a:latin typeface="Calibri"/>
                <a:ea typeface="Calibri"/>
                <a:cs typeface="Calibri"/>
                <a:sym typeface="Calibri"/>
              </a:rPr>
              <a:t>    </a:t>
            </a:r>
            <a:r>
              <a:rPr lang="en-US" sz="2800" b="0" i="0" u="none">
                <a:solidFill>
                  <a:schemeClr val="dk1"/>
                </a:solidFill>
                <a:latin typeface="Calibri"/>
                <a:ea typeface="Calibri"/>
                <a:cs typeface="Calibri"/>
                <a:sym typeface="Calibri"/>
              </a:rPr>
              <a:t>The distributed nature of a systems gives rise of the following challenges:</a:t>
            </a:r>
            <a:endParaRPr/>
          </a:p>
          <a:p>
            <a:pPr marL="342900" marR="0" lvl="0" indent="-342900" algn="l" rtl="0">
              <a:lnSpc>
                <a:spcPct val="100000"/>
              </a:lnSpc>
              <a:spcBef>
                <a:spcPts val="560"/>
              </a:spcBef>
              <a:spcAft>
                <a:spcPts val="0"/>
              </a:spcAft>
              <a:buClr>
                <a:schemeClr val="dk1"/>
              </a:buClr>
              <a:buSzPts val="2800"/>
              <a:buFont typeface="Arial"/>
              <a:buNone/>
            </a:pPr>
            <a:endParaRPr sz="2800" b="0" i="0" u="none">
              <a:solidFill>
                <a:schemeClr val="dk1"/>
              </a:solidFill>
              <a:latin typeface="Calibri"/>
              <a:ea typeface="Calibri"/>
              <a:cs typeface="Calibri"/>
              <a:sym typeface="Calibri"/>
            </a:endParaRPr>
          </a:p>
          <a:p>
            <a:pPr marL="342900" marR="0" lvl="0" indent="-342900" algn="l" rtl="0">
              <a:lnSpc>
                <a:spcPct val="100000"/>
              </a:lnSpc>
              <a:spcBef>
                <a:spcPts val="640"/>
              </a:spcBef>
              <a:spcAft>
                <a:spcPts val="0"/>
              </a:spcAft>
              <a:buClr>
                <a:srgbClr val="A50021"/>
              </a:buClr>
              <a:buSzPts val="3200"/>
              <a:buFont typeface="Noto Sans Symbols"/>
              <a:buChar char="⮚"/>
            </a:pPr>
            <a:r>
              <a:rPr lang="en-US" sz="3200" b="0" i="0" u="none">
                <a:solidFill>
                  <a:schemeClr val="dk1"/>
                </a:solidFill>
                <a:latin typeface="Calibri"/>
                <a:ea typeface="Calibri"/>
                <a:cs typeface="Calibri"/>
                <a:sym typeface="Calibri"/>
              </a:rPr>
              <a:t>Transparency</a:t>
            </a:r>
            <a:endParaRPr/>
          </a:p>
          <a:p>
            <a:pPr marL="342900" marR="0" lvl="0" indent="-342900" algn="l" rtl="0">
              <a:lnSpc>
                <a:spcPct val="100000"/>
              </a:lnSpc>
              <a:spcBef>
                <a:spcPts val="640"/>
              </a:spcBef>
              <a:spcAft>
                <a:spcPts val="0"/>
              </a:spcAft>
              <a:buClr>
                <a:srgbClr val="A50021"/>
              </a:buClr>
              <a:buSzPts val="3200"/>
              <a:buFont typeface="Noto Sans Symbols"/>
              <a:buChar char="⮚"/>
            </a:pPr>
            <a:r>
              <a:rPr lang="en-US" sz="3200" b="0" i="0" u="none">
                <a:solidFill>
                  <a:schemeClr val="dk1"/>
                </a:solidFill>
                <a:latin typeface="Calibri"/>
                <a:ea typeface="Calibri"/>
                <a:cs typeface="Calibri"/>
                <a:sym typeface="Calibri"/>
              </a:rPr>
              <a:t>Scalability</a:t>
            </a:r>
            <a:endParaRPr/>
          </a:p>
          <a:p>
            <a:pPr marL="342900" marR="0" lvl="0" indent="-342900" algn="l" rtl="0">
              <a:lnSpc>
                <a:spcPct val="100000"/>
              </a:lnSpc>
              <a:spcBef>
                <a:spcPts val="640"/>
              </a:spcBef>
              <a:spcAft>
                <a:spcPts val="0"/>
              </a:spcAft>
              <a:buClr>
                <a:srgbClr val="A50021"/>
              </a:buClr>
              <a:buSzPts val="3200"/>
              <a:buFont typeface="Noto Sans Symbols"/>
              <a:buChar char="⮚"/>
            </a:pPr>
            <a:r>
              <a:rPr lang="en-US" sz="3200" b="0" i="0" u="none">
                <a:solidFill>
                  <a:schemeClr val="dk1"/>
                </a:solidFill>
                <a:latin typeface="Calibri"/>
                <a:ea typeface="Calibri"/>
                <a:cs typeface="Calibri"/>
                <a:sym typeface="Calibri"/>
              </a:rPr>
              <a:t>Dependability</a:t>
            </a:r>
            <a:endParaRPr/>
          </a:p>
          <a:p>
            <a:pPr marL="342900" marR="0" lvl="0" indent="-342900" algn="l" rtl="0">
              <a:lnSpc>
                <a:spcPct val="100000"/>
              </a:lnSpc>
              <a:spcBef>
                <a:spcPts val="640"/>
              </a:spcBef>
              <a:spcAft>
                <a:spcPts val="0"/>
              </a:spcAft>
              <a:buClr>
                <a:srgbClr val="A50021"/>
              </a:buClr>
              <a:buSzPts val="3200"/>
              <a:buFont typeface="Noto Sans Symbols"/>
              <a:buChar char="⮚"/>
            </a:pPr>
            <a:r>
              <a:rPr lang="en-US" sz="3200" b="0" i="0" u="none">
                <a:solidFill>
                  <a:schemeClr val="dk1"/>
                </a:solidFill>
                <a:latin typeface="Calibri"/>
                <a:ea typeface="Calibri"/>
                <a:cs typeface="Calibri"/>
                <a:sym typeface="Calibri"/>
              </a:rPr>
              <a:t>Performance</a:t>
            </a:r>
            <a:endParaRPr/>
          </a:p>
          <a:p>
            <a:pPr marL="342900" marR="0" lvl="0" indent="-342900" algn="l" rtl="0">
              <a:lnSpc>
                <a:spcPct val="100000"/>
              </a:lnSpc>
              <a:spcBef>
                <a:spcPts val="640"/>
              </a:spcBef>
              <a:spcAft>
                <a:spcPts val="0"/>
              </a:spcAft>
              <a:buClr>
                <a:srgbClr val="A50021"/>
              </a:buClr>
              <a:buSzPts val="3200"/>
              <a:buFont typeface="Noto Sans Symbols"/>
              <a:buChar char="⮚"/>
            </a:pPr>
            <a:r>
              <a:rPr lang="en-US" sz="3200" b="0" i="0" u="none">
                <a:solidFill>
                  <a:schemeClr val="dk1"/>
                </a:solidFill>
                <a:latin typeface="Calibri"/>
                <a:ea typeface="Calibri"/>
                <a:cs typeface="Calibri"/>
                <a:sym typeface="Calibri"/>
              </a:rPr>
              <a:t>Flexibility</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44"/>
          <p:cNvSpPr txBox="1">
            <a:spLocks noGrp="1"/>
          </p:cNvSpPr>
          <p:nvPr>
            <p:ph type="title"/>
          </p:nvPr>
        </p:nvSpPr>
        <p:spPr>
          <a:xfrm>
            <a:off x="609600" y="304800"/>
            <a:ext cx="8162925" cy="51911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Principles</a:t>
            </a:r>
            <a:endParaRPr/>
          </a:p>
        </p:txBody>
      </p:sp>
      <p:sp>
        <p:nvSpPr>
          <p:cNvPr id="395" name="Google Shape;395;p44"/>
          <p:cNvSpPr txBox="1">
            <a:spLocks noGrp="1"/>
          </p:cNvSpPr>
          <p:nvPr>
            <p:ph type="body" idx="1"/>
          </p:nvPr>
        </p:nvSpPr>
        <p:spPr>
          <a:xfrm>
            <a:off x="609600" y="1295400"/>
            <a:ext cx="3978275" cy="4876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2800"/>
              <a:buNone/>
            </a:pPr>
            <a:endParaRPr sz="2800" b="0" i="0" u="none">
              <a:solidFill>
                <a:schemeClr val="dk1"/>
              </a:solidFill>
              <a:latin typeface="Calibri"/>
              <a:ea typeface="Calibri"/>
              <a:cs typeface="Calibri"/>
              <a:sym typeface="Calibri"/>
            </a:endParaRPr>
          </a:p>
          <a:p>
            <a:pPr marL="342900" lvl="0" indent="-165100" algn="l" rtl="0">
              <a:spcBef>
                <a:spcPts val="560"/>
              </a:spcBef>
              <a:spcAft>
                <a:spcPts val="0"/>
              </a:spcAft>
              <a:buClr>
                <a:schemeClr val="dk1"/>
              </a:buClr>
              <a:buSzPts val="2800"/>
              <a:buNone/>
            </a:pPr>
            <a:endParaRPr sz="2800" b="0" i="0" u="none">
              <a:solidFill>
                <a:schemeClr val="dk1"/>
              </a:solidFill>
              <a:latin typeface="Calibri"/>
              <a:ea typeface="Calibri"/>
              <a:cs typeface="Calibri"/>
              <a:sym typeface="Calibri"/>
            </a:endParaRPr>
          </a:p>
        </p:txBody>
      </p:sp>
      <p:sp>
        <p:nvSpPr>
          <p:cNvPr id="396" name="Google Shape;396;p44"/>
          <p:cNvSpPr txBox="1"/>
          <p:nvPr/>
        </p:nvSpPr>
        <p:spPr>
          <a:xfrm>
            <a:off x="609600" y="1219200"/>
            <a:ext cx="7772400" cy="452437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400"/>
              <a:buFont typeface="Calibri"/>
              <a:buNone/>
            </a:pPr>
            <a:r>
              <a:rPr lang="en-US" sz="2400" b="0" i="0" u="none">
                <a:solidFill>
                  <a:schemeClr val="dk1"/>
                </a:solidFill>
                <a:latin typeface="Calibri"/>
                <a:ea typeface="Calibri"/>
                <a:cs typeface="Calibri"/>
                <a:sym typeface="Calibri"/>
              </a:rPr>
              <a:t>There are several key principles underlying all distributed systems. As such, any distributed system can be described based on </a:t>
            </a:r>
            <a:r>
              <a:rPr lang="en-US" sz="2400" b="0" i="0" u="sng">
                <a:solidFill>
                  <a:schemeClr val="dk1"/>
                </a:solidFill>
                <a:latin typeface="Calibri"/>
                <a:ea typeface="Calibri"/>
                <a:cs typeface="Calibri"/>
                <a:sym typeface="Calibri"/>
              </a:rPr>
              <a:t>how those principles apply to that system.</a:t>
            </a:r>
            <a:endParaRPr/>
          </a:p>
          <a:p>
            <a:pPr marL="0" marR="0" lvl="0" indent="0" algn="just" rtl="0">
              <a:lnSpc>
                <a:spcPct val="100000"/>
              </a:lnSpc>
              <a:spcBef>
                <a:spcPts val="0"/>
              </a:spcBef>
              <a:spcAft>
                <a:spcPts val="0"/>
              </a:spcAft>
              <a:buClr>
                <a:schemeClr val="dk1"/>
              </a:buClr>
              <a:buSzPts val="2400"/>
              <a:buFont typeface="Verdana"/>
              <a:buNone/>
            </a:pPr>
            <a:endParaRPr sz="2400" b="0" i="0" u="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chemeClr val="dk1"/>
              </a:buClr>
              <a:buSzPts val="2400"/>
              <a:buFont typeface="Calibri"/>
              <a:buNone/>
            </a:pPr>
            <a:r>
              <a:rPr lang="en-US" sz="2400" b="0" i="0" u="none">
                <a:solidFill>
                  <a:schemeClr val="dk1"/>
                </a:solidFill>
                <a:latin typeface="Calibri"/>
                <a:ea typeface="Calibri"/>
                <a:cs typeface="Calibri"/>
                <a:sym typeface="Calibri"/>
              </a:rPr>
              <a:t>• System Architecture</a:t>
            </a:r>
            <a:endParaRPr/>
          </a:p>
          <a:p>
            <a:pPr marL="0" marR="0" lvl="0" indent="0" algn="just" rtl="0">
              <a:lnSpc>
                <a:spcPct val="100000"/>
              </a:lnSpc>
              <a:spcBef>
                <a:spcPts val="0"/>
              </a:spcBef>
              <a:spcAft>
                <a:spcPts val="0"/>
              </a:spcAft>
              <a:buClr>
                <a:schemeClr val="dk1"/>
              </a:buClr>
              <a:buSzPts val="2400"/>
              <a:buFont typeface="Calibri"/>
              <a:buNone/>
            </a:pPr>
            <a:r>
              <a:rPr lang="en-US" sz="2400" b="0" i="0" u="none">
                <a:solidFill>
                  <a:schemeClr val="dk1"/>
                </a:solidFill>
                <a:latin typeface="Calibri"/>
                <a:ea typeface="Calibri"/>
                <a:cs typeface="Calibri"/>
                <a:sym typeface="Calibri"/>
              </a:rPr>
              <a:t>• Communication</a:t>
            </a:r>
            <a:endParaRPr/>
          </a:p>
          <a:p>
            <a:pPr marL="0" marR="0" lvl="0" indent="0" algn="just" rtl="0">
              <a:lnSpc>
                <a:spcPct val="100000"/>
              </a:lnSpc>
              <a:spcBef>
                <a:spcPts val="0"/>
              </a:spcBef>
              <a:spcAft>
                <a:spcPts val="0"/>
              </a:spcAft>
              <a:buClr>
                <a:schemeClr val="dk1"/>
              </a:buClr>
              <a:buSzPts val="2400"/>
              <a:buFont typeface="Calibri"/>
              <a:buNone/>
            </a:pPr>
            <a:r>
              <a:rPr lang="en-US" sz="2400" b="0" i="0" u="none">
                <a:solidFill>
                  <a:schemeClr val="dk1"/>
                </a:solidFill>
                <a:latin typeface="Calibri"/>
                <a:ea typeface="Calibri"/>
                <a:cs typeface="Calibri"/>
                <a:sym typeface="Calibri"/>
              </a:rPr>
              <a:t>• Synchronization</a:t>
            </a:r>
            <a:endParaRPr/>
          </a:p>
          <a:p>
            <a:pPr marL="0" marR="0" lvl="0" indent="0" algn="just" rtl="0">
              <a:lnSpc>
                <a:spcPct val="100000"/>
              </a:lnSpc>
              <a:spcBef>
                <a:spcPts val="0"/>
              </a:spcBef>
              <a:spcAft>
                <a:spcPts val="0"/>
              </a:spcAft>
              <a:buClr>
                <a:schemeClr val="dk1"/>
              </a:buClr>
              <a:buSzPts val="2400"/>
              <a:buFont typeface="Calibri"/>
              <a:buNone/>
            </a:pPr>
            <a:r>
              <a:rPr lang="en-US" sz="2400" b="0" i="0" u="none">
                <a:solidFill>
                  <a:schemeClr val="dk1"/>
                </a:solidFill>
                <a:latin typeface="Calibri"/>
                <a:ea typeface="Calibri"/>
                <a:cs typeface="Calibri"/>
                <a:sym typeface="Calibri"/>
              </a:rPr>
              <a:t>• Replication and Consistency</a:t>
            </a:r>
            <a:endParaRPr/>
          </a:p>
          <a:p>
            <a:pPr marL="0" marR="0" lvl="0" indent="0" algn="just" rtl="0">
              <a:lnSpc>
                <a:spcPct val="100000"/>
              </a:lnSpc>
              <a:spcBef>
                <a:spcPts val="0"/>
              </a:spcBef>
              <a:spcAft>
                <a:spcPts val="0"/>
              </a:spcAft>
              <a:buClr>
                <a:schemeClr val="dk1"/>
              </a:buClr>
              <a:buSzPts val="2400"/>
              <a:buFont typeface="Calibri"/>
              <a:buNone/>
            </a:pPr>
            <a:r>
              <a:rPr lang="en-US" sz="2400" b="0" i="0" u="none">
                <a:solidFill>
                  <a:schemeClr val="dk1"/>
                </a:solidFill>
                <a:latin typeface="Calibri"/>
                <a:ea typeface="Calibri"/>
                <a:cs typeface="Calibri"/>
                <a:sym typeface="Calibri"/>
              </a:rPr>
              <a:t>• Fault Tolerance</a:t>
            </a:r>
            <a:endParaRPr/>
          </a:p>
          <a:p>
            <a:pPr marL="0" marR="0" lvl="0" indent="0" algn="just" rtl="0">
              <a:lnSpc>
                <a:spcPct val="100000"/>
              </a:lnSpc>
              <a:spcBef>
                <a:spcPts val="0"/>
              </a:spcBef>
              <a:spcAft>
                <a:spcPts val="0"/>
              </a:spcAft>
              <a:buClr>
                <a:schemeClr val="dk1"/>
              </a:buClr>
              <a:buSzPts val="2400"/>
              <a:buFont typeface="Calibri"/>
              <a:buNone/>
            </a:pPr>
            <a:r>
              <a:rPr lang="en-US" sz="2400" b="0" i="0" u="none">
                <a:solidFill>
                  <a:schemeClr val="dk1"/>
                </a:solidFill>
                <a:latin typeface="Calibri"/>
                <a:ea typeface="Calibri"/>
                <a:cs typeface="Calibri"/>
                <a:sym typeface="Calibri"/>
              </a:rPr>
              <a:t>• Security</a:t>
            </a:r>
            <a:endParaRPr/>
          </a:p>
          <a:p>
            <a:pPr marL="0" marR="0" lvl="0" indent="0" algn="just" rtl="0">
              <a:lnSpc>
                <a:spcPct val="100000"/>
              </a:lnSpc>
              <a:spcBef>
                <a:spcPts val="0"/>
              </a:spcBef>
              <a:spcAft>
                <a:spcPts val="0"/>
              </a:spcAft>
              <a:buClr>
                <a:schemeClr val="dk1"/>
              </a:buClr>
              <a:buSzPts val="2400"/>
              <a:buFont typeface="Calibri"/>
              <a:buNone/>
            </a:pPr>
            <a:r>
              <a:rPr lang="en-US" sz="2400" b="0" i="0" u="none">
                <a:solidFill>
                  <a:schemeClr val="dk1"/>
                </a:solidFill>
                <a:latin typeface="Calibri"/>
                <a:ea typeface="Calibri"/>
                <a:cs typeface="Calibri"/>
                <a:sym typeface="Calibri"/>
              </a:rPr>
              <a:t>• Naming</a:t>
            </a:r>
            <a:endParaRPr/>
          </a:p>
          <a:p>
            <a:pPr marL="0" marR="0" lvl="0" indent="0" algn="l" rtl="0">
              <a:lnSpc>
                <a:spcPct val="100000"/>
              </a:lnSpc>
              <a:spcBef>
                <a:spcPts val="0"/>
              </a:spcBef>
              <a:spcAft>
                <a:spcPts val="0"/>
              </a:spcAft>
              <a:buNone/>
            </a:pPr>
            <a:endParaRPr sz="2400" b="0" i="0" u="non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45"/>
          <p:cNvSpPr txBox="1">
            <a:spLocks noGrp="1"/>
          </p:cNvSpPr>
          <p:nvPr>
            <p:ph type="title"/>
          </p:nvPr>
        </p:nvSpPr>
        <p:spPr>
          <a:xfrm>
            <a:off x="609600" y="304800"/>
            <a:ext cx="8162925" cy="609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sz="3200" b="1" i="0" u="none">
                <a:solidFill>
                  <a:schemeClr val="dk1"/>
                </a:solidFill>
                <a:latin typeface="Calibri"/>
                <a:ea typeface="Calibri"/>
                <a:cs typeface="Calibri"/>
                <a:sym typeface="Calibri"/>
              </a:rPr>
              <a:t>Paradigms</a:t>
            </a:r>
            <a:endParaRPr/>
          </a:p>
        </p:txBody>
      </p:sp>
      <p:sp>
        <p:nvSpPr>
          <p:cNvPr id="402" name="Google Shape;402;p45"/>
          <p:cNvSpPr txBox="1"/>
          <p:nvPr/>
        </p:nvSpPr>
        <p:spPr>
          <a:xfrm>
            <a:off x="762000" y="1192212"/>
            <a:ext cx="7848600" cy="52625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alibri"/>
              <a:buNone/>
            </a:pPr>
            <a:r>
              <a:rPr lang="en-US" sz="2400" b="0" i="0" u="none">
                <a:solidFill>
                  <a:schemeClr val="dk1"/>
                </a:solidFill>
                <a:latin typeface="Calibri"/>
                <a:ea typeface="Calibri"/>
                <a:cs typeface="Calibri"/>
                <a:sym typeface="Calibri"/>
              </a:rPr>
              <a:t>To make development and integration of distributed applications as simple as possible, most middleware of distributed systems are built based on a particular paradigm (or model) for describing distribution and communication.</a:t>
            </a:r>
            <a:endParaRPr/>
          </a:p>
          <a:p>
            <a:pPr marL="0" marR="0" lvl="0" indent="0" algn="l" rtl="0">
              <a:lnSpc>
                <a:spcPct val="100000"/>
              </a:lnSpc>
              <a:spcBef>
                <a:spcPts val="0"/>
              </a:spcBef>
              <a:spcAft>
                <a:spcPts val="0"/>
              </a:spcAft>
              <a:buClr>
                <a:schemeClr val="dk1"/>
              </a:buClr>
              <a:buSzPts val="2400"/>
              <a:buFont typeface="Verdana"/>
              <a:buNone/>
            </a:pPr>
            <a:endParaRPr sz="2400" b="0" i="0" u="none">
              <a:solidFill>
                <a:schemeClr val="dk1"/>
              </a:solidFill>
              <a:latin typeface="Calibri"/>
              <a:ea typeface="Calibri"/>
              <a:cs typeface="Calibri"/>
              <a:sym typeface="Calibri"/>
            </a:endParaRPr>
          </a:p>
          <a:p>
            <a:pPr marL="0" marR="0" lvl="0" indent="-152400" algn="l" rtl="0">
              <a:lnSpc>
                <a:spcPct val="10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Shared memory</a:t>
            </a:r>
            <a:endParaRPr/>
          </a:p>
          <a:p>
            <a:pPr marL="0" marR="0" lvl="0" indent="-152400" algn="l" rtl="0">
              <a:lnSpc>
                <a:spcPct val="10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Distributed objects</a:t>
            </a:r>
            <a:endParaRPr/>
          </a:p>
          <a:p>
            <a:pPr marL="0" marR="0" lvl="0" indent="-152400" algn="l" rtl="0">
              <a:lnSpc>
                <a:spcPct val="10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Distributed file system</a:t>
            </a:r>
            <a:endParaRPr/>
          </a:p>
          <a:p>
            <a:pPr marL="0" marR="0" lvl="0" indent="-152400" algn="l" rtl="0">
              <a:lnSpc>
                <a:spcPct val="10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Distributed documents</a:t>
            </a:r>
            <a:endParaRPr/>
          </a:p>
          <a:p>
            <a:pPr marL="0" marR="0" lvl="0" indent="-152400" algn="l" rtl="0">
              <a:lnSpc>
                <a:spcPct val="10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RPC</a:t>
            </a:r>
            <a:endParaRPr/>
          </a:p>
          <a:p>
            <a:pPr marL="0" marR="0" lvl="0" indent="-152400" algn="l" rtl="0">
              <a:lnSpc>
                <a:spcPct val="10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Shared documents</a:t>
            </a:r>
            <a:endParaRPr/>
          </a:p>
          <a:p>
            <a:pPr marL="0" marR="0" lvl="0" indent="-152400" algn="l" rtl="0">
              <a:lnSpc>
                <a:spcPct val="10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Distributed coordination</a:t>
            </a:r>
            <a:endParaRPr/>
          </a:p>
          <a:p>
            <a:pPr marL="0" marR="0" lvl="0" indent="-152400" algn="l" rtl="0">
              <a:lnSpc>
                <a:spcPct val="100000"/>
              </a:lnSpc>
              <a:spcBef>
                <a:spcPts val="0"/>
              </a:spcBef>
              <a:spcAft>
                <a:spcPts val="0"/>
              </a:spcAft>
              <a:buClr>
                <a:schemeClr val="dk1"/>
              </a:buClr>
              <a:buSzPts val="2400"/>
              <a:buFont typeface="Calibri"/>
              <a:buChar char="•"/>
            </a:pPr>
            <a:r>
              <a:rPr lang="en-US" sz="2400" b="0" i="0" u="none">
                <a:solidFill>
                  <a:schemeClr val="dk1"/>
                </a:solidFill>
                <a:latin typeface="Calibri"/>
                <a:ea typeface="Calibri"/>
                <a:cs typeface="Calibri"/>
                <a:sym typeface="Calibri"/>
              </a:rPr>
              <a:t>Agents</a:t>
            </a:r>
            <a:endParaRPr/>
          </a:p>
          <a:p>
            <a:pPr marL="0" marR="0" lvl="0" indent="0" algn="l" rtl="0">
              <a:lnSpc>
                <a:spcPct val="100000"/>
              </a:lnSpc>
              <a:spcBef>
                <a:spcPts val="0"/>
              </a:spcBef>
              <a:spcAft>
                <a:spcPts val="0"/>
              </a:spcAft>
              <a:buNone/>
            </a:pPr>
            <a:endParaRPr sz="2400" b="0" i="0" u="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80386</TotalTime>
  <Words>2806</Words>
  <Application>Microsoft Office PowerPoint</Application>
  <PresentationFormat>On-screen Show (4:3)</PresentationFormat>
  <Paragraphs>388</Paragraphs>
  <Slides>47</Slides>
  <Notes>44</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47</vt:i4>
      </vt:variant>
    </vt:vector>
  </HeadingPairs>
  <TitlesOfParts>
    <vt:vector size="54" baseType="lpstr">
      <vt:lpstr>Arial</vt:lpstr>
      <vt:lpstr>Calibri</vt:lpstr>
      <vt:lpstr>Noto Sans Symbols</vt:lpstr>
      <vt:lpstr>Times New Roman</vt:lpstr>
      <vt:lpstr>Verdana</vt:lpstr>
      <vt:lpstr>Office Theme</vt:lpstr>
      <vt:lpstr>SmartDraw.2</vt:lpstr>
      <vt:lpstr>Distributed Computing(CS332) L-3, T-0, P-2, C-4</vt:lpstr>
      <vt:lpstr>Syllabus</vt:lpstr>
      <vt:lpstr>PowerPoint Presentation</vt:lpstr>
      <vt:lpstr>PowerPoint Presentation</vt:lpstr>
      <vt:lpstr>PowerPoint Presentation</vt:lpstr>
      <vt:lpstr>PowerPoint Presentation</vt:lpstr>
      <vt:lpstr>Prologue</vt:lpstr>
      <vt:lpstr>Distributed (Computing) System (DCS): Definition </vt:lpstr>
      <vt:lpstr>PowerPoint Presentation</vt:lpstr>
      <vt:lpstr>Characteristics of DS</vt:lpstr>
      <vt:lpstr>Why DS gaining popularity?</vt:lpstr>
      <vt:lpstr>Examples of DS</vt:lpstr>
      <vt:lpstr>Types of DS</vt:lpstr>
      <vt:lpstr>PowerPoint Presentation</vt:lpstr>
      <vt:lpstr>PowerPoint Presentation</vt:lpstr>
      <vt:lpstr>Cont..</vt:lpstr>
      <vt:lpstr>Cont..</vt:lpstr>
      <vt:lpstr>PowerPoint Presentation</vt:lpstr>
      <vt:lpstr>PowerPoint Presentation</vt:lpstr>
      <vt:lpstr>PowerPoint Presentation</vt:lpstr>
      <vt:lpstr>PowerPoint Presentation</vt:lpstr>
      <vt:lpstr>PowerPoint Presentation</vt:lpstr>
      <vt:lpstr>Distributed System Architecture</vt:lpstr>
      <vt:lpstr>PowerPoint Presentation</vt:lpstr>
      <vt:lpstr>Uniprocessor</vt:lpstr>
      <vt:lpstr>Multiprocessors</vt:lpstr>
      <vt:lpstr>Multicomputers</vt:lpstr>
      <vt:lpstr>PowerPoint Presentation</vt:lpstr>
      <vt:lpstr>PowerPoint Presentation</vt:lpstr>
      <vt:lpstr>PowerPoint Presentation</vt:lpstr>
      <vt:lpstr>PowerPoint Presentation</vt:lpstr>
      <vt:lpstr>PowerPoint Presentation</vt:lpstr>
      <vt:lpstr>Network Operating System</vt:lpstr>
      <vt:lpstr>PowerPoint Presentation</vt:lpstr>
      <vt:lpstr>Middleware</vt:lpstr>
      <vt:lpstr>PowerPoint Presentation</vt:lpstr>
      <vt:lpstr>PowerPoint Presentation</vt:lpstr>
      <vt:lpstr>PowerPoint Presentation</vt:lpstr>
      <vt:lpstr>PowerPoint Presentation</vt:lpstr>
      <vt:lpstr>Distributed Systems</vt:lpstr>
      <vt:lpstr>Why Distributed?</vt:lpstr>
      <vt:lpstr>Problems of Distribution</vt:lpstr>
      <vt:lpstr>The Advantages Of Distributed Systems</vt:lpstr>
      <vt:lpstr>The Disadvantages Of Distributed Systems</vt:lpstr>
      <vt:lpstr>Basic Problems And Challenges In Distributed Systems</vt:lpstr>
      <vt:lpstr>Principles</vt:lpstr>
      <vt:lpstr>Paradigms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Systems(CS401) L-3, T-1, P-2, C-5</dc:title>
  <dc:creator>Bhavesh</dc:creator>
  <cp:lastModifiedBy>Bhavesh</cp:lastModifiedBy>
  <cp:revision>3</cp:revision>
  <dcterms:created xsi:type="dcterms:W3CDTF">1601-01-01T00:00:00Z</dcterms:created>
  <dcterms:modified xsi:type="dcterms:W3CDTF">2026-01-07T06:07:02Z</dcterms:modified>
</cp:coreProperties>
</file>