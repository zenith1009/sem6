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F3BA0-CAA8-47C2-BC60-935E7AD343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BD276-7DF3-4F39-9477-41C3194E92B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Entrepreneurship Motivation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n-US" dirty="0"/>
          </a:p>
          <a:p>
            <a:pPr algn="just">
              <a:lnSpc>
                <a:spcPct val="170000"/>
              </a:lnSpc>
            </a:pP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 is derived from the word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motive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which is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defined as a need that requires satisfaction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is the inner feeling or force that encourages a person to act or achieve a goal.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Elements:-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Intensity- how hard a person tries.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Direction- towards benefits or goal.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Persistence-how long a person tries.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3B3835"/>
                </a:solidFill>
                <a:effectLst/>
                <a:latin typeface="Source Sans Pro" panose="020B0503030403020204" pitchFamily="34" charset="0"/>
              </a:rPr>
              <a:t>TYPES OF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 algn="just">
              <a:buAutoNum type="arabicPeriod"/>
            </a:pPr>
            <a:r>
              <a:rPr lang="en-US" b="1" i="0" dirty="0">
                <a:solidFill>
                  <a:srgbClr val="3B38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Intrinsic Motivation- </a:t>
            </a:r>
            <a:r>
              <a:rPr lang="en-US" i="0" dirty="0">
                <a:solidFill>
                  <a:srgbClr val="3B38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Intrinsic motivation is a type of motivation in which an individual is being motivated by internal desires.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Eg- Desire to achieve something big, love for innovation, want to prove capability and etc.</a:t>
            </a:r>
            <a:endParaRPr lang="en-US" sz="2800" i="0" dirty="0">
              <a:solidFill>
                <a:srgbClr val="3B38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i="0" dirty="0">
                <a:solidFill>
                  <a:srgbClr val="3B38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b="1" i="0" dirty="0">
                <a:solidFill>
                  <a:srgbClr val="3B38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Extrinsic Motivation- </a:t>
            </a:r>
            <a:r>
              <a:rPr lang="en-US" i="0" dirty="0">
                <a:solidFill>
                  <a:srgbClr val="3B38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Extrinsic motivation, on the other hand, is a type of motivation in which an individual is being motivated by external desires.</a:t>
            </a:r>
          </a:p>
          <a:p>
            <a:pPr marL="0" indent="0" algn="just">
              <a:buNone/>
            </a:pPr>
            <a:r>
              <a:rPr lang="en-US" sz="3000" dirty="0">
                <a:solidFill>
                  <a:srgbClr val="3B38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Eg- Earning money, government support, family pressure, unemployment and etc.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Entrepreneurial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entrepreneurial motivation is the process that activates and motivates the entrepreneur to exert higher level of efforts for the achievement of his/her entrepreneurial goals.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Entrepreneurial motivation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 Need for achievement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Locus of control (believe that my success depends on me, always ready to improve)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Vision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Desire for independence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Passion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Drive(a very strong need or desire in human beings that is a strong push)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Screenshot (13).png"/>
          <p:cNvPicPr>
            <a:picLocks noGrp="1" noChangeAspect="1"/>
          </p:cNvPicPr>
          <p:nvPr>
            <p:ph idx="1"/>
          </p:nvPr>
        </p:nvPicPr>
        <p:blipFill>
          <a:blip r:embed="rId2"/>
          <a:srcRect l="33900" t="8418" r="9277" b="9085"/>
          <a:stretch>
            <a:fillRect/>
          </a:stretch>
        </p:blipFill>
        <p:spPr>
          <a:xfrm>
            <a:off x="0" y="152400"/>
            <a:ext cx="9060782" cy="655828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David McClelland’s theory of Achievement motivation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sz="3400" dirty="0"/>
              <a:t>Motivation is an important determinant for entrepreneurial growth.</a:t>
            </a:r>
          </a:p>
          <a:p>
            <a:pPr algn="just"/>
            <a:r>
              <a:rPr lang="en-US" sz="3400" dirty="0">
                <a:solidFill>
                  <a:srgbClr val="7030A0"/>
                </a:solidFill>
              </a:rPr>
              <a:t>Three motives for accomplishing things:</a:t>
            </a:r>
          </a:p>
          <a:p>
            <a:pPr lvl="1" algn="just"/>
            <a:r>
              <a:rPr lang="en-US" sz="3400" b="1" dirty="0"/>
              <a:t>Need for Power (</a:t>
            </a:r>
            <a:r>
              <a:rPr lang="en-US" sz="3400" b="1" dirty="0" err="1"/>
              <a:t>nP</a:t>
            </a:r>
            <a:r>
              <a:rPr lang="en-US" sz="3400" dirty="0"/>
              <a:t>), or the drive to influence others and any given situation.</a:t>
            </a:r>
          </a:p>
          <a:p>
            <a:pPr lvl="1" algn="just"/>
            <a:r>
              <a:rPr lang="en-US" sz="3400" b="1" dirty="0"/>
              <a:t>Need for Affiliation (</a:t>
            </a:r>
            <a:r>
              <a:rPr lang="en-US" sz="3400" b="1" dirty="0" err="1"/>
              <a:t>nAff</a:t>
            </a:r>
            <a:r>
              <a:rPr lang="en-US" sz="3400" b="1" dirty="0"/>
              <a:t>), </a:t>
            </a:r>
            <a:r>
              <a:rPr lang="en-US" sz="3400" dirty="0"/>
              <a:t>or the drive for interpersonal relationship.</a:t>
            </a:r>
          </a:p>
          <a:p>
            <a:pPr lvl="1" algn="just"/>
            <a:r>
              <a:rPr lang="en-US" sz="3400" b="1" dirty="0"/>
              <a:t>Need for Achievement (</a:t>
            </a:r>
            <a:r>
              <a:rPr lang="en-US" sz="3400" b="1" dirty="0" err="1"/>
              <a:t>nAch</a:t>
            </a:r>
            <a:r>
              <a:rPr lang="en-US" sz="3400" b="1" dirty="0"/>
              <a:t>), </a:t>
            </a:r>
            <a:r>
              <a:rPr lang="en-US" sz="3400" dirty="0"/>
              <a:t>or the drive to excel, advance, and grow.</a:t>
            </a:r>
          </a:p>
          <a:p>
            <a:pPr lvl="1" algn="just">
              <a:buNone/>
            </a:pPr>
            <a:endParaRPr lang="en-US" sz="3400" dirty="0"/>
          </a:p>
          <a:p>
            <a:pPr lvl="1" algn="just">
              <a:buNone/>
            </a:pPr>
            <a:r>
              <a:rPr lang="en-US" sz="3400" dirty="0"/>
              <a:t>*</a:t>
            </a:r>
            <a:r>
              <a:rPr lang="en-US" sz="3400" b="1" dirty="0"/>
              <a:t>ALREADY COVERED IN Psychological MODEL*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300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Source Sans Pro</vt:lpstr>
      <vt:lpstr>Times New Roman</vt:lpstr>
      <vt:lpstr>Wingdings</vt:lpstr>
      <vt:lpstr>Office Theme</vt:lpstr>
      <vt:lpstr>Entrepreneurship Motivation</vt:lpstr>
      <vt:lpstr>Motivation</vt:lpstr>
      <vt:lpstr>TYPES OF MOTIVATION</vt:lpstr>
      <vt:lpstr>Entrepreneurial motivation</vt:lpstr>
      <vt:lpstr>General Entrepreneurial motivation factors</vt:lpstr>
      <vt:lpstr>PowerPoint Presentation</vt:lpstr>
      <vt:lpstr>David McClelland’s theory of Achievement motivation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Entrepreneurship Motivation</dc:title>
  <dc:creator>AAZMIN FARDUN GANDHI</dc:creator>
  <cp:lastModifiedBy>NENCY VALA</cp:lastModifiedBy>
  <cp:revision>10</cp:revision>
  <dcterms:created xsi:type="dcterms:W3CDTF">2022-09-15T16:38:05Z</dcterms:created>
  <dcterms:modified xsi:type="dcterms:W3CDTF">2026-02-17T04:58:50Z</dcterms:modified>
</cp:coreProperties>
</file>