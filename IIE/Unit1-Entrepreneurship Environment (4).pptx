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71" r:id="rId6"/>
    <p:sldId id="269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3159D-CB3D-47BA-80DF-28D6970BF7C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70430-FA51-46F0-B289-AE2B087DC5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3159D-CB3D-47BA-80DF-28D6970BF7C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70430-FA51-46F0-B289-AE2B087DC5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3159D-CB3D-47BA-80DF-28D6970BF7C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70430-FA51-46F0-B289-AE2B087DC5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3159D-CB3D-47BA-80DF-28D6970BF7C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70430-FA51-46F0-B289-AE2B087DC5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3159D-CB3D-47BA-80DF-28D6970BF7C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70430-FA51-46F0-B289-AE2B087DC5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3159D-CB3D-47BA-80DF-28D6970BF7C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70430-FA51-46F0-B289-AE2B087DC5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3159D-CB3D-47BA-80DF-28D6970BF7C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70430-FA51-46F0-B289-AE2B087DC5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3159D-CB3D-47BA-80DF-28D6970BF7C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70430-FA51-46F0-B289-AE2B087DC5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3159D-CB3D-47BA-80DF-28D6970BF7C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70430-FA51-46F0-B289-AE2B087DC5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3159D-CB3D-47BA-80DF-28D6970BF7C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70430-FA51-46F0-B289-AE2B087DC5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3159D-CB3D-47BA-80DF-28D6970BF7C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70430-FA51-46F0-B289-AE2B087DC5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3159D-CB3D-47BA-80DF-28D6970BF7C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70430-FA51-46F0-B289-AE2B087DC54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Entrepreneurship Environment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Entrepreneurship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534400" cy="4678363"/>
          </a:xfrm>
        </p:spPr>
        <p:txBody>
          <a:bodyPr/>
          <a:lstStyle/>
          <a:p>
            <a:pPr algn="just"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Environment - Sum total of external factors within which an enterprise operates. </a:t>
            </a:r>
          </a:p>
          <a:p>
            <a:pPr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Characteristics of environment: 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Dynamic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Uncontrollable and external.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 Poses threats and offers opportunities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12.jpg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2400" y="1676400"/>
            <a:ext cx="4114800" cy="4191000"/>
          </a:xfrm>
        </p:spPr>
      </p:pic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191000" y="1600200"/>
            <a:ext cx="4724400" cy="4525963"/>
          </a:xfrm>
        </p:spPr>
        <p:txBody>
          <a:bodyPr/>
          <a:lstStyle/>
          <a:p>
            <a:pPr algn="just"/>
            <a:r>
              <a:rPr lang="en-US" dirty="0"/>
              <a:t>A PESTLE analysis is a simple tool that helps businesses succeed because </a:t>
            </a:r>
            <a:r>
              <a:rPr lang="en-US" b="1" dirty="0"/>
              <a:t>it allows business owners to gain an understanding of the wider market in which they are operating in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There are many companies the world over, that conduct </a:t>
            </a:r>
            <a:r>
              <a:rPr lang="en-US" b="1" dirty="0"/>
              <a:t>PESTLE analysis</a:t>
            </a:r>
            <a:r>
              <a:rPr lang="en-US" dirty="0"/>
              <a:t> on their brands in order </a:t>
            </a:r>
            <a:r>
              <a:rPr lang="en-US" b="1" dirty="0"/>
              <a:t>to make strategies for the future </a:t>
            </a:r>
            <a:r>
              <a:rPr lang="en-US" dirty="0"/>
              <a:t>or else to </a:t>
            </a:r>
            <a:r>
              <a:rPr lang="en-US" b="1" dirty="0"/>
              <a:t>understand the market before launching </a:t>
            </a:r>
            <a:r>
              <a:rPr lang="en-US" dirty="0"/>
              <a:t>them. It </a:t>
            </a:r>
            <a:r>
              <a:rPr lang="en-US" b="1" dirty="0"/>
              <a:t>is a fundamental tool of market planning and strategizing that must be carried out to comprehend market trends and the systematic risks involved.</a:t>
            </a:r>
          </a:p>
          <a:p>
            <a:pPr algn="just"/>
            <a:r>
              <a:rPr lang="en-US" i="1" dirty="0"/>
              <a:t>PESTLE analysis</a:t>
            </a:r>
            <a:r>
              <a:rPr lang="en-US" dirty="0"/>
              <a:t> gives you an overview of the whole situation your business might be in.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645" y="381000"/>
            <a:ext cx="8176155" cy="6096000"/>
          </a:xfrm>
        </p:spPr>
      </p:pic>
    </p:spTree>
    <p:extLst>
      <p:ext uri="{BB962C8B-B14F-4D97-AF65-F5344CB8AC3E}">
        <p14:creationId xmlns:p14="http://schemas.microsoft.com/office/powerpoint/2010/main" val="1352896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/>
          <a:lstStyle/>
          <a:p>
            <a:r>
              <a:rPr lang="en-US" dirty="0"/>
              <a:t>TAKE ANY INDUSTRY OF YOUR CHOICE AND DO PESTEL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151</Words>
  <Application>Microsoft Office PowerPoint</Application>
  <PresentationFormat>On-screen Show (4:3)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Entrepreneurship Environment</vt:lpstr>
      <vt:lpstr>Entrepreneurship Environment</vt:lpstr>
      <vt:lpstr>PowerPoint Presentation</vt:lpstr>
      <vt:lpstr>PowerPoint Presentation</vt:lpstr>
      <vt:lpstr>PowerPoint Presentation</vt:lpstr>
      <vt:lpstr>Class Activity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Entrepreneurship Environment</dc:title>
  <dc:creator>AAZMIN FARDUN GANDHI</dc:creator>
  <cp:lastModifiedBy>NENCY VALA</cp:lastModifiedBy>
  <cp:revision>10</cp:revision>
  <dcterms:created xsi:type="dcterms:W3CDTF">2022-09-11T06:49:31Z</dcterms:created>
  <dcterms:modified xsi:type="dcterms:W3CDTF">2026-02-18T03:42:11Z</dcterms:modified>
</cp:coreProperties>
</file>